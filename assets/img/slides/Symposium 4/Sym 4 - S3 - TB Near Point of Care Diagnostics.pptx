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6"/>
  </p:sldMasterIdLst>
  <p:notesMasterIdLst>
    <p:notesMasterId r:id="rId32"/>
  </p:notesMasterIdLst>
  <p:handoutMasterIdLst>
    <p:handoutMasterId r:id="rId33"/>
  </p:handoutMasterIdLst>
  <p:sldIdLst>
    <p:sldId id="303" r:id="rId17"/>
    <p:sldId id="278" r:id="rId18"/>
    <p:sldId id="2147480455" r:id="rId19"/>
    <p:sldId id="2147480449" r:id="rId20"/>
    <p:sldId id="2147480457" r:id="rId21"/>
    <p:sldId id="2147474608" r:id="rId22"/>
    <p:sldId id="2147480463" r:id="rId23"/>
    <p:sldId id="305" r:id="rId24"/>
    <p:sldId id="2147480456" r:id="rId25"/>
    <p:sldId id="2147480464" r:id="rId26"/>
    <p:sldId id="2147474690" r:id="rId27"/>
    <p:sldId id="2147480461" r:id="rId28"/>
    <p:sldId id="2147480462" r:id="rId29"/>
    <p:sldId id="2147474606" r:id="rId30"/>
    <p:sldId id="2147480423" r:id="rId31"/>
  </p:sldIdLst>
  <p:sldSz cx="12192000" cy="6858000"/>
  <p:notesSz cx="7010400" cy="92964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152617-AF40-2091-DFF6-FEDFB8782D92}" name="Bhushan Shrestha" initials="BS" userId="S::Bhushan.Shrestha@theglobalfund.org::809d5068-f2c1-4d4d-947a-297066d42e27" providerId="AD"/>
  <p188:author id="{69DD6336-3920-3B27-6801-4D37F093C224}" name="Obert Kachuwaire" initials="OK" userId="S::obert.kachuwaire@theglobalfund.org::d3998e0f-1a27-4e1d-aca1-f02cd5ee7980" providerId="AD"/>
  <p188:author id="{16559743-6C76-61C8-C628-E4B1FD8C816F}" name="Melanie Kitongo" initials="MK" userId="S::Melanie.Kitongo@theglobalfund.org::98776345-8bc6-40cc-8da3-1edcc97db116" providerId="AD"/>
  <p188:author id="{A7783CAF-CC27-6C2A-0058-8D0322D29A08}" name="Audrey Mathies" initials="AM" userId="S::audrey.mathies@theglobalfund.org::82a245e8-ff7a-4721-9ed0-3fd23e0b8491" providerId="AD"/>
  <p188:author id="{151287BF-9370-F900-28BC-0D8865561E65}" name="Melanie Kitongo" initials="MK" userId="S::melanie.kitongo@theglobalfund.org::98776345-8bc6-40cc-8da3-1edcc97db116" providerId="AD"/>
  <p188:author id="{8B12F4CA-009E-229F-A2D1-93DB03C57112}" name="Enos Masini" initials="EM" userId="S::EnosOkumu.Masini@theglobalfund.org::bfb3b32e-7854-484c-9dd3-7131891a5b5d" providerId="AD"/>
  <p188:author id="{2C37F6EC-8A6F-661F-F27A-551B5AA56995}" name="Grania Brigden" initials="GB" userId="S::grania.brigden@theglobalfund.org::df314694-0767-4c4e-ae26-f7e2ae287899" providerId="AD"/>
  <p188:author id="{4BA293EF-9BCB-15C3-5126-CB6BBE76590C}" name="Grania Brigden" initials="" userId="S::Grania.Brigden@theglobalfund.org::df314694-0767-4c4e-ae26-f7e2ae28789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customXml" Target="../customXml/item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9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5.xml"/><Relationship Id="rId34" Type="http://schemas.openxmlformats.org/officeDocument/2006/relationships/tags" Target="tags/tag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.xml"/><Relationship Id="rId20" Type="http://schemas.openxmlformats.org/officeDocument/2006/relationships/slide" Target="slides/slide4.xml"/><Relationship Id="rId29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8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slide" Target="slides/slide3.xml"/><Relationship Id="rId31" Type="http://schemas.openxmlformats.org/officeDocument/2006/relationships/slide" Target="slides/slide15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os Masini" userId="bfb3b32e-7854-484c-9dd3-7131891a5b5d" providerId="ADAL" clId="{A8436BA6-A122-4C5E-A1A5-215C2AFB782C}"/>
    <pc:docChg chg="delSld modSld">
      <pc:chgData name="Enos Masini" userId="bfb3b32e-7854-484c-9dd3-7131891a5b5d" providerId="ADAL" clId="{A8436BA6-A122-4C5E-A1A5-215C2AFB782C}" dt="2025-09-27T17:19:44.945" v="12" actId="2696"/>
      <pc:docMkLst>
        <pc:docMk/>
      </pc:docMkLst>
      <pc:sldChg chg="modSp mod">
        <pc:chgData name="Enos Masini" userId="bfb3b32e-7854-484c-9dd3-7131891a5b5d" providerId="ADAL" clId="{A8436BA6-A122-4C5E-A1A5-215C2AFB782C}" dt="2025-09-27T17:17:58.105" v="11" actId="14100"/>
        <pc:sldMkLst>
          <pc:docMk/>
          <pc:sldMk cId="217025363" sldId="303"/>
        </pc:sldMkLst>
        <pc:spChg chg="mod">
          <ac:chgData name="Enos Masini" userId="bfb3b32e-7854-484c-9dd3-7131891a5b5d" providerId="ADAL" clId="{A8436BA6-A122-4C5E-A1A5-215C2AFB782C}" dt="2025-09-27T17:17:58.105" v="11" actId="14100"/>
          <ac:spMkLst>
            <pc:docMk/>
            <pc:sldMk cId="217025363" sldId="303"/>
            <ac:spMk id="2" creationId="{15F2CD8F-6EB6-7DF6-9DA6-ADCFF8E7C638}"/>
          </ac:spMkLst>
        </pc:spChg>
      </pc:sldChg>
      <pc:sldChg chg="del">
        <pc:chgData name="Enos Masini" userId="bfb3b32e-7854-484c-9dd3-7131891a5b5d" providerId="ADAL" clId="{A8436BA6-A122-4C5E-A1A5-215C2AFB782C}" dt="2025-09-27T17:19:44.945" v="12" actId="2696"/>
        <pc:sldMkLst>
          <pc:docMk/>
          <pc:sldMk cId="3556357301" sldId="21474804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A460B0-D510-92A3-A1DB-736ED042EB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51C27A-0E7F-2E6E-2F53-48700EED2E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7795C9E-E959-41D7-8651-D07608C5E8E7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881809-BE89-112C-A554-1FB5EEC9CE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6F4DE-9A97-5373-9786-184AD4E0AB7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31C9D20-6C70-4527-8FD8-A8C9B68BC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809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79B25B0-38AD-4DCC-B5CD-BFC49102A9DA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C131254-3E2A-413C-B32A-FCE3FE6A85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880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1254-3E2A-413C-B32A-FCE3FE6A85C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791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700">
                <a:ea typeface="Calibri"/>
                <a:cs typeface="Calibri"/>
              </a:rPr>
              <a:t>To highlight here the sensitivity for Sputum and tongue swab meeting TPP criteria AND that both are better than microscopy. </a:t>
            </a:r>
          </a:p>
          <a:p>
            <a:endParaRPr lang="en-US" sz="3700">
              <a:ea typeface="Calibri"/>
              <a:cs typeface="Calibri"/>
            </a:endParaRPr>
          </a:p>
          <a:p>
            <a:r>
              <a:rPr lang="en-US" sz="3700">
                <a:ea typeface="Calibri"/>
                <a:cs typeface="Calibri"/>
              </a:rPr>
              <a:t>Preprint of this paper is now available - https://www.medrxiv.org/content/10.1101/2025.04.12.25325603v1.full-text</a:t>
            </a:r>
          </a:p>
          <a:p>
            <a:endParaRPr lang="en-US" sz="370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1254-3E2A-413C-B32A-FCE3FE6A85C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961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634AF-B412-9AE8-1A96-E8F1E90D1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9244C-8219-1118-FAE5-689AD8D3B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EF7D7-6235-B2DB-ED4C-55259E8D2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CAAF3-E31D-F19A-9E49-221E16428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1254-3E2A-413C-B32A-FCE3FE6A85C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795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1254-3E2A-413C-B32A-FCE3FE6A85C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944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9.svg"/><Relationship Id="rId7" Type="http://schemas.openxmlformats.org/officeDocument/2006/relationships/image" Target="../media/image6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1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globalfund.org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theglobalfund.org/" TargetMode="External"/><Relationship Id="rId4" Type="http://schemas.openxmlformats.org/officeDocument/2006/relationships/image" Target="../media/image2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theglobalfund.org/" TargetMode="External"/><Relationship Id="rId4" Type="http://schemas.openxmlformats.org/officeDocument/2006/relationships/image" Target="../media/image9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theglobalfund.org/" TargetMode="External"/><Relationship Id="rId4" Type="http://schemas.openxmlformats.org/officeDocument/2006/relationships/image" Target="../media/image9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theglobalfund.org/" TargetMode="External"/><Relationship Id="rId4" Type="http://schemas.openxmlformats.org/officeDocument/2006/relationships/image" Target="../media/image9.png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9.png"/><Relationship Id="rId5" Type="http://schemas.openxmlformats.org/officeDocument/2006/relationships/hyperlink" Target="https://www.theglobalfund.org/" TargetMode="External"/><Relationship Id="rId4" Type="http://schemas.openxmlformats.org/officeDocument/2006/relationships/image" Target="../media/image3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5ED246F0-BBF4-4152-BCCE-89F927A0D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40A0FCF-9804-E18E-92D3-3A97353F8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7950" y="6203950"/>
            <a:ext cx="690562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0903E37F-1C65-4A6B-BC1A-06099BEA66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39" y="742950"/>
            <a:ext cx="11471999" cy="468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2pPr>
            <a:lvl3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3pPr>
            <a:lvl4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5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8C366B9-0297-413E-8878-727A08371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468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4239502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1317" userDrawn="1">
          <p15:clr>
            <a:srgbClr val="FF96FF"/>
          </p15:clr>
        </p15:guide>
        <p15:guide id="7" pos="1453" userDrawn="1">
          <p15:clr>
            <a:srgbClr val="FF96FF"/>
          </p15:clr>
        </p15:guide>
        <p15:guide id="8" pos="2544" userDrawn="1">
          <p15:clr>
            <a:srgbClr val="FF96FF"/>
          </p15:clr>
        </p15:guide>
        <p15:guide id="9" pos="2680" userDrawn="1">
          <p15:clr>
            <a:srgbClr val="FF96FF"/>
          </p15:clr>
        </p15:guide>
        <p15:guide id="10" pos="3771" userDrawn="1">
          <p15:clr>
            <a:srgbClr val="FF96FF"/>
          </p15:clr>
        </p15:guide>
        <p15:guide id="11" pos="3908" userDrawn="1">
          <p15:clr>
            <a:srgbClr val="FF96FF"/>
          </p15:clr>
        </p15:guide>
        <p15:guide id="12" pos="4999" userDrawn="1">
          <p15:clr>
            <a:srgbClr val="FF96FF"/>
          </p15:clr>
        </p15:guide>
        <p15:guide id="13" pos="5135" userDrawn="1">
          <p15:clr>
            <a:srgbClr val="FF96FF"/>
          </p15:clr>
        </p15:guide>
        <p15:guide id="14" pos="6226" userDrawn="1">
          <p15:clr>
            <a:srgbClr val="FF96FF"/>
          </p15:clr>
        </p15:guide>
        <p15:guide id="15" pos="6362" userDrawn="1">
          <p15:clr>
            <a:srgbClr val="FF96FF"/>
          </p15:clr>
        </p15:guide>
        <p15:guide id="16" pos="7453" userDrawn="1">
          <p15:clr>
            <a:srgbClr val="FF96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321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1317" userDrawn="1">
          <p15:clr>
            <a:srgbClr val="FF96FF"/>
          </p15:clr>
        </p15:guide>
        <p15:guide id="7" pos="1453" userDrawn="1">
          <p15:clr>
            <a:srgbClr val="FF96FF"/>
          </p15:clr>
        </p15:guide>
        <p15:guide id="8" pos="2544" userDrawn="1">
          <p15:clr>
            <a:srgbClr val="FF96FF"/>
          </p15:clr>
        </p15:guide>
        <p15:guide id="9" pos="2680" userDrawn="1">
          <p15:clr>
            <a:srgbClr val="FF96FF"/>
          </p15:clr>
        </p15:guide>
        <p15:guide id="10" pos="3771" userDrawn="1">
          <p15:clr>
            <a:srgbClr val="FF96FF"/>
          </p15:clr>
        </p15:guide>
        <p15:guide id="11" pos="3908" userDrawn="1">
          <p15:clr>
            <a:srgbClr val="FF96FF"/>
          </p15:clr>
        </p15:guide>
        <p15:guide id="12" pos="4999" userDrawn="1">
          <p15:clr>
            <a:srgbClr val="FF96FF"/>
          </p15:clr>
        </p15:guide>
        <p15:guide id="13" pos="5135" userDrawn="1">
          <p15:clr>
            <a:srgbClr val="FF96FF"/>
          </p15:clr>
        </p15:guide>
        <p15:guide id="14" pos="6226" userDrawn="1">
          <p15:clr>
            <a:srgbClr val="FF96FF"/>
          </p15:clr>
        </p15:guide>
        <p15:guide id="15" pos="6362" userDrawn="1">
          <p15:clr>
            <a:srgbClr val="FF96FF"/>
          </p15:clr>
        </p15:guide>
        <p15:guide id="16" pos="7453" userDrawn="1">
          <p15:clr>
            <a:srgbClr val="FF96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E7CCDCC5-8D49-4870-BD90-2BE867A06DCB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5561925" y="1"/>
            <a:ext cx="6630075" cy="6858000"/>
          </a:xfrm>
          <a:custGeom>
            <a:avLst/>
            <a:gdLst>
              <a:gd name="connsiteX0" fmla="*/ 629011 w 6616265"/>
              <a:gd name="connsiteY0" fmla="*/ 6807681 h 6843715"/>
              <a:gd name="connsiteX1" fmla="*/ 674414 w 6616265"/>
              <a:gd name="connsiteY1" fmla="*/ 6821955 h 6843715"/>
              <a:gd name="connsiteX2" fmla="*/ 692183 w 6616265"/>
              <a:gd name="connsiteY2" fmla="*/ 6843715 h 6843715"/>
              <a:gd name="connsiteX3" fmla="*/ 566186 w 6616265"/>
              <a:gd name="connsiteY3" fmla="*/ 6843715 h 6843715"/>
              <a:gd name="connsiteX4" fmla="*/ 583691 w 6616265"/>
              <a:gd name="connsiteY4" fmla="*/ 6821713 h 6843715"/>
              <a:gd name="connsiteX5" fmla="*/ 629011 w 6616265"/>
              <a:gd name="connsiteY5" fmla="*/ 6807681 h 6843715"/>
              <a:gd name="connsiteX6" fmla="*/ 1201250 w 6616265"/>
              <a:gd name="connsiteY6" fmla="*/ 6737360 h 6843715"/>
              <a:gd name="connsiteX7" fmla="*/ 1330440 w 6616265"/>
              <a:gd name="connsiteY7" fmla="*/ 6810301 h 6843715"/>
              <a:gd name="connsiteX8" fmla="*/ 1343433 w 6616265"/>
              <a:gd name="connsiteY8" fmla="*/ 6843715 h 6843715"/>
              <a:gd name="connsiteX9" fmla="*/ 1059118 w 6616265"/>
              <a:gd name="connsiteY9" fmla="*/ 6843715 h 6843715"/>
              <a:gd name="connsiteX10" fmla="*/ 1072333 w 6616265"/>
              <a:gd name="connsiteY10" fmla="*/ 6810029 h 6843715"/>
              <a:gd name="connsiteX11" fmla="*/ 1201250 w 6616265"/>
              <a:gd name="connsiteY11" fmla="*/ 6737360 h 6843715"/>
              <a:gd name="connsiteX12" fmla="*/ 56772 w 6616265"/>
              <a:gd name="connsiteY12" fmla="*/ 6273505 h 6843715"/>
              <a:gd name="connsiteX13" fmla="*/ 99350 w 6616265"/>
              <a:gd name="connsiteY13" fmla="*/ 6316084 h 6843715"/>
              <a:gd name="connsiteX14" fmla="*/ 56772 w 6616265"/>
              <a:gd name="connsiteY14" fmla="*/ 6358663 h 6843715"/>
              <a:gd name="connsiteX15" fmla="*/ 14192 w 6616265"/>
              <a:gd name="connsiteY15" fmla="*/ 6316084 h 6843715"/>
              <a:gd name="connsiteX16" fmla="*/ 56772 w 6616265"/>
              <a:gd name="connsiteY16" fmla="*/ 6273505 h 6843715"/>
              <a:gd name="connsiteX17" fmla="*/ 629011 w 6616265"/>
              <a:gd name="connsiteY17" fmla="*/ 6216087 h 6843715"/>
              <a:gd name="connsiteX18" fmla="*/ 729008 w 6616265"/>
              <a:gd name="connsiteY18" fmla="*/ 6316083 h 6843715"/>
              <a:gd name="connsiteX19" fmla="*/ 629011 w 6616265"/>
              <a:gd name="connsiteY19" fmla="*/ 6416081 h 6843715"/>
              <a:gd name="connsiteX20" fmla="*/ 529015 w 6616265"/>
              <a:gd name="connsiteY20" fmla="*/ 6316083 h 6843715"/>
              <a:gd name="connsiteX21" fmla="*/ 629011 w 6616265"/>
              <a:gd name="connsiteY21" fmla="*/ 6216087 h 6843715"/>
              <a:gd name="connsiteX22" fmla="*/ 1201251 w 6616265"/>
              <a:gd name="connsiteY22" fmla="*/ 6134800 h 6843715"/>
              <a:gd name="connsiteX23" fmla="*/ 1382536 w 6616265"/>
              <a:gd name="connsiteY23" fmla="*/ 6316084 h 6843715"/>
              <a:gd name="connsiteX24" fmla="*/ 1201251 w 6616265"/>
              <a:gd name="connsiteY24" fmla="*/ 6497368 h 6843715"/>
              <a:gd name="connsiteX25" fmla="*/ 1019967 w 6616265"/>
              <a:gd name="connsiteY25" fmla="*/ 6316084 h 6843715"/>
              <a:gd name="connsiteX26" fmla="*/ 1201251 w 6616265"/>
              <a:gd name="connsiteY26" fmla="*/ 6134800 h 6843715"/>
              <a:gd name="connsiteX27" fmla="*/ 56773 w 6616265"/>
              <a:gd name="connsiteY27" fmla="*/ 5692879 h 6843715"/>
              <a:gd name="connsiteX28" fmla="*/ 107738 w 6616265"/>
              <a:gd name="connsiteY28" fmla="*/ 5743845 h 6843715"/>
              <a:gd name="connsiteX29" fmla="*/ 56773 w 6616265"/>
              <a:gd name="connsiteY29" fmla="*/ 5794811 h 6843715"/>
              <a:gd name="connsiteX30" fmla="*/ 5806 w 6616265"/>
              <a:gd name="connsiteY30" fmla="*/ 5743845 h 6843715"/>
              <a:gd name="connsiteX31" fmla="*/ 56773 w 6616265"/>
              <a:gd name="connsiteY31" fmla="*/ 5692879 h 6843715"/>
              <a:gd name="connsiteX32" fmla="*/ 629011 w 6616265"/>
              <a:gd name="connsiteY32" fmla="*/ 5627719 h 6843715"/>
              <a:gd name="connsiteX33" fmla="*/ 744491 w 6616265"/>
              <a:gd name="connsiteY33" fmla="*/ 5743199 h 6843715"/>
              <a:gd name="connsiteX34" fmla="*/ 629011 w 6616265"/>
              <a:gd name="connsiteY34" fmla="*/ 5858679 h 6843715"/>
              <a:gd name="connsiteX35" fmla="*/ 513532 w 6616265"/>
              <a:gd name="connsiteY35" fmla="*/ 5743199 h 6843715"/>
              <a:gd name="connsiteX36" fmla="*/ 629011 w 6616265"/>
              <a:gd name="connsiteY36" fmla="*/ 5627719 h 6843715"/>
              <a:gd name="connsiteX37" fmla="*/ 1201250 w 6616265"/>
              <a:gd name="connsiteY37" fmla="*/ 5539980 h 6843715"/>
              <a:gd name="connsiteX38" fmla="*/ 1404470 w 6616265"/>
              <a:gd name="connsiteY38" fmla="*/ 5743199 h 6843715"/>
              <a:gd name="connsiteX39" fmla="*/ 1201250 w 6616265"/>
              <a:gd name="connsiteY39" fmla="*/ 5946419 h 6843715"/>
              <a:gd name="connsiteX40" fmla="*/ 998031 w 6616265"/>
              <a:gd name="connsiteY40" fmla="*/ 5743199 h 6843715"/>
              <a:gd name="connsiteX41" fmla="*/ 1201250 w 6616265"/>
              <a:gd name="connsiteY41" fmla="*/ 5539980 h 6843715"/>
              <a:gd name="connsiteX42" fmla="*/ 56772 w 6616265"/>
              <a:gd name="connsiteY42" fmla="*/ 5114188 h 6843715"/>
              <a:gd name="connsiteX43" fmla="*/ 113543 w 6616265"/>
              <a:gd name="connsiteY43" fmla="*/ 5170960 h 6843715"/>
              <a:gd name="connsiteX44" fmla="*/ 56772 w 6616265"/>
              <a:gd name="connsiteY44" fmla="*/ 5227732 h 6843715"/>
              <a:gd name="connsiteX45" fmla="*/ 0 w 6616265"/>
              <a:gd name="connsiteY45" fmla="*/ 5170960 h 6843715"/>
              <a:gd name="connsiteX46" fmla="*/ 56772 w 6616265"/>
              <a:gd name="connsiteY46" fmla="*/ 5114188 h 6843715"/>
              <a:gd name="connsiteX47" fmla="*/ 629011 w 6616265"/>
              <a:gd name="connsiteY47" fmla="*/ 5045803 h 6843715"/>
              <a:gd name="connsiteX48" fmla="*/ 754168 w 6616265"/>
              <a:gd name="connsiteY48" fmla="*/ 5170960 h 6843715"/>
              <a:gd name="connsiteX49" fmla="*/ 629011 w 6616265"/>
              <a:gd name="connsiteY49" fmla="*/ 5296117 h 6843715"/>
              <a:gd name="connsiteX50" fmla="*/ 503854 w 6616265"/>
              <a:gd name="connsiteY50" fmla="*/ 5170960 h 6843715"/>
              <a:gd name="connsiteX51" fmla="*/ 629011 w 6616265"/>
              <a:gd name="connsiteY51" fmla="*/ 5045803 h 6843715"/>
              <a:gd name="connsiteX52" fmla="*/ 1201250 w 6616265"/>
              <a:gd name="connsiteY52" fmla="*/ 4954192 h 6843715"/>
              <a:gd name="connsiteX53" fmla="*/ 1401022 w 6616265"/>
              <a:gd name="connsiteY53" fmla="*/ 5086466 h 6843715"/>
              <a:gd name="connsiteX54" fmla="*/ 1410074 w 6616265"/>
              <a:gd name="connsiteY54" fmla="*/ 5131470 h 6843715"/>
              <a:gd name="connsiteX55" fmla="*/ 1406404 w 6616265"/>
              <a:gd name="connsiteY55" fmla="*/ 5157374 h 6843715"/>
              <a:gd name="connsiteX56" fmla="*/ 1412511 w 6616265"/>
              <a:gd name="connsiteY56" fmla="*/ 5198249 h 6843715"/>
              <a:gd name="connsiteX57" fmla="*/ 1401022 w 6616265"/>
              <a:gd name="connsiteY57" fmla="*/ 5255180 h 6843715"/>
              <a:gd name="connsiteX58" fmla="*/ 1201250 w 6616265"/>
              <a:gd name="connsiteY58" fmla="*/ 5387727 h 6843715"/>
              <a:gd name="connsiteX59" fmla="*/ 984484 w 6616265"/>
              <a:gd name="connsiteY59" fmla="*/ 5170959 h 6843715"/>
              <a:gd name="connsiteX60" fmla="*/ 1201250 w 6616265"/>
              <a:gd name="connsiteY60" fmla="*/ 4954192 h 6843715"/>
              <a:gd name="connsiteX61" fmla="*/ 56772 w 6616265"/>
              <a:gd name="connsiteY61" fmla="*/ 4541948 h 6843715"/>
              <a:gd name="connsiteX62" fmla="*/ 113543 w 6616265"/>
              <a:gd name="connsiteY62" fmla="*/ 4598720 h 6843715"/>
              <a:gd name="connsiteX63" fmla="*/ 56772 w 6616265"/>
              <a:gd name="connsiteY63" fmla="*/ 4655492 h 6843715"/>
              <a:gd name="connsiteX64" fmla="*/ 0 w 6616265"/>
              <a:gd name="connsiteY64" fmla="*/ 4598720 h 6843715"/>
              <a:gd name="connsiteX65" fmla="*/ 56772 w 6616265"/>
              <a:gd name="connsiteY65" fmla="*/ 4541948 h 6843715"/>
              <a:gd name="connsiteX66" fmla="*/ 629011 w 6616265"/>
              <a:gd name="connsiteY66" fmla="*/ 4471628 h 6843715"/>
              <a:gd name="connsiteX67" fmla="*/ 756105 w 6616265"/>
              <a:gd name="connsiteY67" fmla="*/ 4598720 h 6843715"/>
              <a:gd name="connsiteX68" fmla="*/ 629011 w 6616265"/>
              <a:gd name="connsiteY68" fmla="*/ 4725814 h 6843715"/>
              <a:gd name="connsiteX69" fmla="*/ 501919 w 6616265"/>
              <a:gd name="connsiteY69" fmla="*/ 4598720 h 6843715"/>
              <a:gd name="connsiteX70" fmla="*/ 629011 w 6616265"/>
              <a:gd name="connsiteY70" fmla="*/ 4471628 h 6843715"/>
              <a:gd name="connsiteX71" fmla="*/ 1201250 w 6616265"/>
              <a:gd name="connsiteY71" fmla="*/ 4380018 h 6843715"/>
              <a:gd name="connsiteX72" fmla="*/ 1402746 w 6616265"/>
              <a:gd name="connsiteY72" fmla="*/ 4513653 h 6843715"/>
              <a:gd name="connsiteX73" fmla="*/ 1409763 w 6616265"/>
              <a:gd name="connsiteY73" fmla="*/ 4548338 h 6843715"/>
              <a:gd name="connsiteX74" fmla="*/ 1404469 w 6616265"/>
              <a:gd name="connsiteY74" fmla="*/ 4585134 h 6843715"/>
              <a:gd name="connsiteX75" fmla="*/ 1411993 w 6616265"/>
              <a:gd name="connsiteY75" fmla="*/ 4638076 h 6843715"/>
              <a:gd name="connsiteX76" fmla="*/ 1402746 w 6616265"/>
              <a:gd name="connsiteY76" fmla="*/ 4683789 h 6843715"/>
              <a:gd name="connsiteX77" fmla="*/ 1201250 w 6616265"/>
              <a:gd name="connsiteY77" fmla="*/ 4817424 h 6843715"/>
              <a:gd name="connsiteX78" fmla="*/ 982548 w 6616265"/>
              <a:gd name="connsiteY78" fmla="*/ 4598720 h 6843715"/>
              <a:gd name="connsiteX79" fmla="*/ 1201250 w 6616265"/>
              <a:gd name="connsiteY79" fmla="*/ 4380018 h 6843715"/>
              <a:gd name="connsiteX80" fmla="*/ 56772 w 6616265"/>
              <a:gd name="connsiteY80" fmla="*/ 3971645 h 6843715"/>
              <a:gd name="connsiteX81" fmla="*/ 111609 w 6616265"/>
              <a:gd name="connsiteY81" fmla="*/ 4026482 h 6843715"/>
              <a:gd name="connsiteX82" fmla="*/ 56772 w 6616265"/>
              <a:gd name="connsiteY82" fmla="*/ 4081319 h 6843715"/>
              <a:gd name="connsiteX83" fmla="*/ 1935 w 6616265"/>
              <a:gd name="connsiteY83" fmla="*/ 4026482 h 6843715"/>
              <a:gd name="connsiteX84" fmla="*/ 56772 w 6616265"/>
              <a:gd name="connsiteY84" fmla="*/ 3971645 h 6843715"/>
              <a:gd name="connsiteX85" fmla="*/ 629011 w 6616265"/>
              <a:gd name="connsiteY85" fmla="*/ 3905840 h 6843715"/>
              <a:gd name="connsiteX86" fmla="*/ 749008 w 6616265"/>
              <a:gd name="connsiteY86" fmla="*/ 4025836 h 6843715"/>
              <a:gd name="connsiteX87" fmla="*/ 629011 w 6616265"/>
              <a:gd name="connsiteY87" fmla="*/ 4145833 h 6843715"/>
              <a:gd name="connsiteX88" fmla="*/ 509015 w 6616265"/>
              <a:gd name="connsiteY88" fmla="*/ 4025836 h 6843715"/>
              <a:gd name="connsiteX89" fmla="*/ 629011 w 6616265"/>
              <a:gd name="connsiteY89" fmla="*/ 3905840 h 6843715"/>
              <a:gd name="connsiteX90" fmla="*/ 1203892 w 6616265"/>
              <a:gd name="connsiteY90" fmla="*/ 3814493 h 6843715"/>
              <a:gd name="connsiteX91" fmla="*/ 1409012 w 6616265"/>
              <a:gd name="connsiteY91" fmla="*/ 3986119 h 6843715"/>
              <a:gd name="connsiteX92" fmla="*/ 1410785 w 6616265"/>
              <a:gd name="connsiteY92" fmla="*/ 4005809 h 6843715"/>
              <a:gd name="connsiteX93" fmla="*/ 1410276 w 6616265"/>
              <a:gd name="connsiteY93" fmla="*/ 4012250 h 6843715"/>
              <a:gd name="connsiteX94" fmla="*/ 1412759 w 6616265"/>
              <a:gd name="connsiteY94" fmla="*/ 4029675 h 6843715"/>
              <a:gd name="connsiteX95" fmla="*/ 1408258 w 6616265"/>
              <a:gd name="connsiteY95" fmla="*/ 4070146 h 6843715"/>
              <a:gd name="connsiteX96" fmla="*/ 1241229 w 6616265"/>
              <a:gd name="connsiteY96" fmla="*/ 4233930 h 6843715"/>
              <a:gd name="connsiteX97" fmla="*/ 993420 w 6616265"/>
              <a:gd name="connsiteY97" fmla="*/ 4066148 h 6843715"/>
              <a:gd name="connsiteX98" fmla="*/ 1161200 w 6616265"/>
              <a:gd name="connsiteY98" fmla="*/ 3818336 h 6843715"/>
              <a:gd name="connsiteX99" fmla="*/ 1203892 w 6616265"/>
              <a:gd name="connsiteY99" fmla="*/ 3814493 h 6843715"/>
              <a:gd name="connsiteX100" fmla="*/ 56773 w 6616265"/>
              <a:gd name="connsiteY100" fmla="*/ 3404567 h 6843715"/>
              <a:gd name="connsiteX101" fmla="*/ 105802 w 6616265"/>
              <a:gd name="connsiteY101" fmla="*/ 3453598 h 6843715"/>
              <a:gd name="connsiteX102" fmla="*/ 56773 w 6616265"/>
              <a:gd name="connsiteY102" fmla="*/ 3502627 h 6843715"/>
              <a:gd name="connsiteX103" fmla="*/ 7742 w 6616265"/>
              <a:gd name="connsiteY103" fmla="*/ 3453598 h 6843715"/>
              <a:gd name="connsiteX104" fmla="*/ 56773 w 6616265"/>
              <a:gd name="connsiteY104" fmla="*/ 3404567 h 6843715"/>
              <a:gd name="connsiteX105" fmla="*/ 629011 w 6616265"/>
              <a:gd name="connsiteY105" fmla="*/ 3346504 h 6843715"/>
              <a:gd name="connsiteX106" fmla="*/ 736105 w 6616265"/>
              <a:gd name="connsiteY106" fmla="*/ 3453598 h 6843715"/>
              <a:gd name="connsiteX107" fmla="*/ 629011 w 6616265"/>
              <a:gd name="connsiteY107" fmla="*/ 3560691 h 6843715"/>
              <a:gd name="connsiteX108" fmla="*/ 521918 w 6616265"/>
              <a:gd name="connsiteY108" fmla="*/ 3453598 h 6843715"/>
              <a:gd name="connsiteX109" fmla="*/ 629011 w 6616265"/>
              <a:gd name="connsiteY109" fmla="*/ 3346504 h 6843715"/>
              <a:gd name="connsiteX110" fmla="*/ 1202686 w 6616265"/>
              <a:gd name="connsiteY110" fmla="*/ 3262070 h 6843715"/>
              <a:gd name="connsiteX111" fmla="*/ 1378371 w 6616265"/>
              <a:gd name="connsiteY111" fmla="*/ 3380400 h 6843715"/>
              <a:gd name="connsiteX112" fmla="*/ 1274673 w 6616265"/>
              <a:gd name="connsiteY112" fmla="*/ 3630753 h 6843715"/>
              <a:gd name="connsiteX113" fmla="*/ 1024320 w 6616265"/>
              <a:gd name="connsiteY113" fmla="*/ 3527055 h 6843715"/>
              <a:gd name="connsiteX114" fmla="*/ 1128017 w 6616265"/>
              <a:gd name="connsiteY114" fmla="*/ 3276702 h 6843715"/>
              <a:gd name="connsiteX115" fmla="*/ 1202686 w 6616265"/>
              <a:gd name="connsiteY115" fmla="*/ 3262070 h 6843715"/>
              <a:gd name="connsiteX116" fmla="*/ 56772 w 6616265"/>
              <a:gd name="connsiteY116" fmla="*/ 2842650 h 6843715"/>
              <a:gd name="connsiteX117" fmla="*/ 95481 w 6616265"/>
              <a:gd name="connsiteY117" fmla="*/ 2881358 h 6843715"/>
              <a:gd name="connsiteX118" fmla="*/ 56772 w 6616265"/>
              <a:gd name="connsiteY118" fmla="*/ 2920067 h 6843715"/>
              <a:gd name="connsiteX119" fmla="*/ 18064 w 6616265"/>
              <a:gd name="connsiteY119" fmla="*/ 2881358 h 6843715"/>
              <a:gd name="connsiteX120" fmla="*/ 56772 w 6616265"/>
              <a:gd name="connsiteY120" fmla="*/ 2842650 h 6843715"/>
              <a:gd name="connsiteX121" fmla="*/ 629011 w 6616265"/>
              <a:gd name="connsiteY121" fmla="*/ 2794264 h 6843715"/>
              <a:gd name="connsiteX122" fmla="*/ 716105 w 6616265"/>
              <a:gd name="connsiteY122" fmla="*/ 2881358 h 6843715"/>
              <a:gd name="connsiteX123" fmla="*/ 629011 w 6616265"/>
              <a:gd name="connsiteY123" fmla="*/ 2968451 h 6843715"/>
              <a:gd name="connsiteX124" fmla="*/ 541918 w 6616265"/>
              <a:gd name="connsiteY124" fmla="*/ 2881358 h 6843715"/>
              <a:gd name="connsiteX125" fmla="*/ 629011 w 6616265"/>
              <a:gd name="connsiteY125" fmla="*/ 2794264 h 6843715"/>
              <a:gd name="connsiteX126" fmla="*/ 1201251 w 6616265"/>
              <a:gd name="connsiteY126" fmla="*/ 2715556 h 6843715"/>
              <a:gd name="connsiteX127" fmla="*/ 1367053 w 6616265"/>
              <a:gd name="connsiteY127" fmla="*/ 2881358 h 6843715"/>
              <a:gd name="connsiteX128" fmla="*/ 1201251 w 6616265"/>
              <a:gd name="connsiteY128" fmla="*/ 3047159 h 6843715"/>
              <a:gd name="connsiteX129" fmla="*/ 1035450 w 6616265"/>
              <a:gd name="connsiteY129" fmla="*/ 2881358 h 6843715"/>
              <a:gd name="connsiteX130" fmla="*/ 1201251 w 6616265"/>
              <a:gd name="connsiteY130" fmla="*/ 2715556 h 6843715"/>
              <a:gd name="connsiteX131" fmla="*/ 629011 w 6616265"/>
              <a:gd name="connsiteY131" fmla="*/ 2240733 h 6843715"/>
              <a:gd name="connsiteX132" fmla="*/ 696752 w 6616265"/>
              <a:gd name="connsiteY132" fmla="*/ 2308473 h 6843715"/>
              <a:gd name="connsiteX133" fmla="*/ 629011 w 6616265"/>
              <a:gd name="connsiteY133" fmla="*/ 2376215 h 6843715"/>
              <a:gd name="connsiteX134" fmla="*/ 561272 w 6616265"/>
              <a:gd name="connsiteY134" fmla="*/ 2308473 h 6843715"/>
              <a:gd name="connsiteX135" fmla="*/ 629011 w 6616265"/>
              <a:gd name="connsiteY135" fmla="*/ 2240733 h 6843715"/>
              <a:gd name="connsiteX136" fmla="*/ 1201250 w 6616265"/>
              <a:gd name="connsiteY136" fmla="*/ 2176227 h 6843715"/>
              <a:gd name="connsiteX137" fmla="*/ 1333504 w 6616265"/>
              <a:gd name="connsiteY137" fmla="*/ 2308480 h 6843715"/>
              <a:gd name="connsiteX138" fmla="*/ 1201250 w 6616265"/>
              <a:gd name="connsiteY138" fmla="*/ 2440726 h 6843715"/>
              <a:gd name="connsiteX139" fmla="*/ 1068997 w 6616265"/>
              <a:gd name="connsiteY139" fmla="*/ 2308480 h 6843715"/>
              <a:gd name="connsiteX140" fmla="*/ 1201250 w 6616265"/>
              <a:gd name="connsiteY140" fmla="*/ 2176227 h 6843715"/>
              <a:gd name="connsiteX141" fmla="*/ 1773490 w 6616265"/>
              <a:gd name="connsiteY141" fmla="*/ 2088481 h 6843715"/>
              <a:gd name="connsiteX142" fmla="*/ 1976166 w 6616265"/>
              <a:gd name="connsiteY142" fmla="*/ 2222936 h 6843715"/>
              <a:gd name="connsiteX143" fmla="*/ 1987399 w 6616265"/>
              <a:gd name="connsiteY143" fmla="*/ 2278426 h 6843715"/>
              <a:gd name="connsiteX144" fmla="*/ 1985740 w 6616265"/>
              <a:gd name="connsiteY144" fmla="*/ 2294891 h 6843715"/>
              <a:gd name="connsiteX145" fmla="*/ 1989817 w 6616265"/>
              <a:gd name="connsiteY145" fmla="*/ 2326586 h 6843715"/>
              <a:gd name="connsiteX146" fmla="*/ 1976166 w 6616265"/>
              <a:gd name="connsiteY146" fmla="*/ 2394018 h 6843715"/>
              <a:gd name="connsiteX147" fmla="*/ 1773490 w 6616265"/>
              <a:gd name="connsiteY147" fmla="*/ 2528464 h 6843715"/>
              <a:gd name="connsiteX148" fmla="*/ 1553498 w 6616265"/>
              <a:gd name="connsiteY148" fmla="*/ 2308473 h 6843715"/>
              <a:gd name="connsiteX149" fmla="*/ 1773490 w 6616265"/>
              <a:gd name="connsiteY149" fmla="*/ 2088481 h 6843715"/>
              <a:gd name="connsiteX150" fmla="*/ 629011 w 6616265"/>
              <a:gd name="connsiteY150" fmla="*/ 1688493 h 6843715"/>
              <a:gd name="connsiteX151" fmla="*/ 676752 w 6616265"/>
              <a:gd name="connsiteY151" fmla="*/ 1736234 h 6843715"/>
              <a:gd name="connsiteX152" fmla="*/ 629011 w 6616265"/>
              <a:gd name="connsiteY152" fmla="*/ 1783975 h 6843715"/>
              <a:gd name="connsiteX153" fmla="*/ 581271 w 6616265"/>
              <a:gd name="connsiteY153" fmla="*/ 1736234 h 6843715"/>
              <a:gd name="connsiteX154" fmla="*/ 629011 w 6616265"/>
              <a:gd name="connsiteY154" fmla="*/ 1688493 h 6843715"/>
              <a:gd name="connsiteX155" fmla="*/ 1201250 w 6616265"/>
              <a:gd name="connsiteY155" fmla="*/ 1639465 h 6843715"/>
              <a:gd name="connsiteX156" fmla="*/ 1298022 w 6616265"/>
              <a:gd name="connsiteY156" fmla="*/ 1736237 h 6843715"/>
              <a:gd name="connsiteX157" fmla="*/ 1201250 w 6616265"/>
              <a:gd name="connsiteY157" fmla="*/ 1833008 h 6843715"/>
              <a:gd name="connsiteX158" fmla="*/ 1104480 w 6616265"/>
              <a:gd name="connsiteY158" fmla="*/ 1736237 h 6843715"/>
              <a:gd name="connsiteX159" fmla="*/ 1201250 w 6616265"/>
              <a:gd name="connsiteY159" fmla="*/ 1639465 h 6843715"/>
              <a:gd name="connsiteX160" fmla="*/ 1741933 w 6616265"/>
              <a:gd name="connsiteY160" fmla="*/ 1572389 h 6843715"/>
              <a:gd name="connsiteX161" fmla="*/ 1937614 w 6616265"/>
              <a:gd name="connsiteY161" fmla="*/ 1704875 h 6843715"/>
              <a:gd name="connsiteX162" fmla="*/ 1805127 w 6616265"/>
              <a:gd name="connsiteY162" fmla="*/ 1900555 h 6843715"/>
              <a:gd name="connsiteX163" fmla="*/ 1609447 w 6616265"/>
              <a:gd name="connsiteY163" fmla="*/ 1768068 h 6843715"/>
              <a:gd name="connsiteX164" fmla="*/ 1741933 w 6616265"/>
              <a:gd name="connsiteY164" fmla="*/ 1572389 h 6843715"/>
              <a:gd name="connsiteX165" fmla="*/ 1189474 w 6616265"/>
              <a:gd name="connsiteY165" fmla="*/ 1102707 h 6843715"/>
              <a:gd name="connsiteX166" fmla="*/ 1262761 w 6616265"/>
              <a:gd name="connsiteY166" fmla="*/ 1152327 h 6843715"/>
              <a:gd name="connsiteX167" fmla="*/ 1213141 w 6616265"/>
              <a:gd name="connsiteY167" fmla="*/ 1225613 h 6843715"/>
              <a:gd name="connsiteX168" fmla="*/ 1139856 w 6616265"/>
              <a:gd name="connsiteY168" fmla="*/ 1175994 h 6843715"/>
              <a:gd name="connsiteX169" fmla="*/ 1189474 w 6616265"/>
              <a:gd name="connsiteY169" fmla="*/ 1102707 h 6843715"/>
              <a:gd name="connsiteX170" fmla="*/ 1773490 w 6616265"/>
              <a:gd name="connsiteY170" fmla="*/ 1043355 h 6843715"/>
              <a:gd name="connsiteX171" fmla="*/ 1894132 w 6616265"/>
              <a:gd name="connsiteY171" fmla="*/ 1163996 h 6843715"/>
              <a:gd name="connsiteX172" fmla="*/ 1773490 w 6616265"/>
              <a:gd name="connsiteY172" fmla="*/ 1284638 h 6843715"/>
              <a:gd name="connsiteX173" fmla="*/ 1652849 w 6616265"/>
              <a:gd name="connsiteY173" fmla="*/ 1163996 h 6843715"/>
              <a:gd name="connsiteX174" fmla="*/ 1773490 w 6616265"/>
              <a:gd name="connsiteY174" fmla="*/ 1043355 h 6843715"/>
              <a:gd name="connsiteX175" fmla="*/ 2346375 w 6616265"/>
              <a:gd name="connsiteY175" fmla="*/ 973034 h 6843715"/>
              <a:gd name="connsiteX176" fmla="*/ 2537336 w 6616265"/>
              <a:gd name="connsiteY176" fmla="*/ 1163996 h 6843715"/>
              <a:gd name="connsiteX177" fmla="*/ 2346375 w 6616265"/>
              <a:gd name="connsiteY177" fmla="*/ 1354957 h 6843715"/>
              <a:gd name="connsiteX178" fmla="*/ 2155413 w 6616265"/>
              <a:gd name="connsiteY178" fmla="*/ 1163996 h 6843715"/>
              <a:gd name="connsiteX179" fmla="*/ 2346375 w 6616265"/>
              <a:gd name="connsiteY179" fmla="*/ 973034 h 6843715"/>
              <a:gd name="connsiteX180" fmla="*/ 1201251 w 6616265"/>
              <a:gd name="connsiteY180" fmla="*/ 554986 h 6843715"/>
              <a:gd name="connsiteX181" fmla="*/ 1238024 w 6616265"/>
              <a:gd name="connsiteY181" fmla="*/ 591758 h 6843715"/>
              <a:gd name="connsiteX182" fmla="*/ 1201251 w 6616265"/>
              <a:gd name="connsiteY182" fmla="*/ 628531 h 6843715"/>
              <a:gd name="connsiteX183" fmla="*/ 1164478 w 6616265"/>
              <a:gd name="connsiteY183" fmla="*/ 591758 h 6843715"/>
              <a:gd name="connsiteX184" fmla="*/ 1201251 w 6616265"/>
              <a:gd name="connsiteY184" fmla="*/ 554986 h 6843715"/>
              <a:gd name="connsiteX185" fmla="*/ 1773490 w 6616265"/>
              <a:gd name="connsiteY185" fmla="*/ 516275 h 6843715"/>
              <a:gd name="connsiteX186" fmla="*/ 1848972 w 6616265"/>
              <a:gd name="connsiteY186" fmla="*/ 591757 h 6843715"/>
              <a:gd name="connsiteX187" fmla="*/ 1773490 w 6616265"/>
              <a:gd name="connsiteY187" fmla="*/ 667238 h 6843715"/>
              <a:gd name="connsiteX188" fmla="*/ 1698009 w 6616265"/>
              <a:gd name="connsiteY188" fmla="*/ 591757 h 6843715"/>
              <a:gd name="connsiteX189" fmla="*/ 1773490 w 6616265"/>
              <a:gd name="connsiteY189" fmla="*/ 516275 h 6843715"/>
              <a:gd name="connsiteX190" fmla="*/ 2346375 w 6616265"/>
              <a:gd name="connsiteY190" fmla="*/ 462084 h 6843715"/>
              <a:gd name="connsiteX191" fmla="*/ 2476048 w 6616265"/>
              <a:gd name="connsiteY191" fmla="*/ 591757 h 6843715"/>
              <a:gd name="connsiteX192" fmla="*/ 2346375 w 6616265"/>
              <a:gd name="connsiteY192" fmla="*/ 721429 h 6843715"/>
              <a:gd name="connsiteX193" fmla="*/ 2216701 w 6616265"/>
              <a:gd name="connsiteY193" fmla="*/ 591757 h 6843715"/>
              <a:gd name="connsiteX194" fmla="*/ 2346375 w 6616265"/>
              <a:gd name="connsiteY194" fmla="*/ 462084 h 6843715"/>
              <a:gd name="connsiteX195" fmla="*/ 2918615 w 6616265"/>
              <a:gd name="connsiteY195" fmla="*/ 395638 h 6843715"/>
              <a:gd name="connsiteX196" fmla="*/ 3114093 w 6616265"/>
              <a:gd name="connsiteY196" fmla="*/ 591115 h 6843715"/>
              <a:gd name="connsiteX197" fmla="*/ 2918615 w 6616265"/>
              <a:gd name="connsiteY197" fmla="*/ 786593 h 6843715"/>
              <a:gd name="connsiteX198" fmla="*/ 2723138 w 6616265"/>
              <a:gd name="connsiteY198" fmla="*/ 591115 h 6843715"/>
              <a:gd name="connsiteX199" fmla="*/ 2918615 w 6616265"/>
              <a:gd name="connsiteY199" fmla="*/ 395638 h 6843715"/>
              <a:gd name="connsiteX200" fmla="*/ 4310583 w 6616265"/>
              <a:gd name="connsiteY200" fmla="*/ 0 h 6843715"/>
              <a:gd name="connsiteX201" fmla="*/ 6616265 w 6616265"/>
              <a:gd name="connsiteY201" fmla="*/ 0 h 6843715"/>
              <a:gd name="connsiteX202" fmla="*/ 6616265 w 6616265"/>
              <a:gd name="connsiteY202" fmla="*/ 6843715 h 6843715"/>
              <a:gd name="connsiteX203" fmla="*/ 1487341 w 6616265"/>
              <a:gd name="connsiteY203" fmla="*/ 6843715 h 6843715"/>
              <a:gd name="connsiteX204" fmla="*/ 1496539 w 6616265"/>
              <a:gd name="connsiteY204" fmla="*/ 6801672 h 6843715"/>
              <a:gd name="connsiteX205" fmla="*/ 1727039 w 6616265"/>
              <a:gd name="connsiteY205" fmla="*/ 6632808 h 6843715"/>
              <a:gd name="connsiteX206" fmla="*/ 1965741 w 6616265"/>
              <a:gd name="connsiteY206" fmla="*/ 6834092 h 6843715"/>
              <a:gd name="connsiteX207" fmla="*/ 2090255 w 6616265"/>
              <a:gd name="connsiteY207" fmla="*/ 6611519 h 6843715"/>
              <a:gd name="connsiteX208" fmla="*/ 1960580 w 6616265"/>
              <a:gd name="connsiteY208" fmla="*/ 6459266 h 6843715"/>
              <a:gd name="connsiteX209" fmla="*/ 1727039 w 6616265"/>
              <a:gd name="connsiteY209" fmla="*/ 6583778 h 6843715"/>
              <a:gd name="connsiteX210" fmla="*/ 1445758 w 6616265"/>
              <a:gd name="connsiteY210" fmla="*/ 6302497 h 6843715"/>
              <a:gd name="connsiteX211" fmla="*/ 1658654 w 6616265"/>
              <a:gd name="connsiteY211" fmla="*/ 6029603 h 6843715"/>
              <a:gd name="connsiteX212" fmla="*/ 1419307 w 6616265"/>
              <a:gd name="connsiteY212" fmla="*/ 5729612 h 6843715"/>
              <a:gd name="connsiteX213" fmla="*/ 1598012 w 6616265"/>
              <a:gd name="connsiteY213" fmla="*/ 5450912 h 6843715"/>
              <a:gd name="connsiteX214" fmla="*/ 1420467 w 6616265"/>
              <a:gd name="connsiteY214" fmla="*/ 5251503 h 6843715"/>
              <a:gd name="connsiteX215" fmla="*/ 1412511 w 6616265"/>
              <a:gd name="connsiteY215" fmla="*/ 5198249 h 6843715"/>
              <a:gd name="connsiteX216" fmla="*/ 1418018 w 6616265"/>
              <a:gd name="connsiteY216" fmla="*/ 5170959 h 6843715"/>
              <a:gd name="connsiteX217" fmla="*/ 1410074 w 6616265"/>
              <a:gd name="connsiteY217" fmla="*/ 5131470 h 6843715"/>
              <a:gd name="connsiteX218" fmla="*/ 1419106 w 6616265"/>
              <a:gd name="connsiteY218" fmla="*/ 5067729 h 6843715"/>
              <a:gd name="connsiteX219" fmla="*/ 1580592 w 6616265"/>
              <a:gd name="connsiteY219" fmla="*/ 4872221 h 6843715"/>
              <a:gd name="connsiteX220" fmla="*/ 1417291 w 6616265"/>
              <a:gd name="connsiteY220" fmla="*/ 4675353 h 6843715"/>
              <a:gd name="connsiteX221" fmla="*/ 1411993 w 6616265"/>
              <a:gd name="connsiteY221" fmla="*/ 4638076 h 6843715"/>
              <a:gd name="connsiteX222" fmla="*/ 1419954 w 6616265"/>
              <a:gd name="connsiteY222" fmla="*/ 4598720 h 6843715"/>
              <a:gd name="connsiteX223" fmla="*/ 1409763 w 6616265"/>
              <a:gd name="connsiteY223" fmla="*/ 4548338 h 6843715"/>
              <a:gd name="connsiteX224" fmla="*/ 1417623 w 6616265"/>
              <a:gd name="connsiteY224" fmla="*/ 4493696 h 6843715"/>
              <a:gd name="connsiteX225" fmla="*/ 1584463 w 6616265"/>
              <a:gd name="connsiteY225" fmla="*/ 4295466 h 6843715"/>
              <a:gd name="connsiteX226" fmla="*/ 1422978 w 6616265"/>
              <a:gd name="connsiteY226" fmla="*/ 4101409 h 6843715"/>
              <a:gd name="connsiteX227" fmla="*/ 1412759 w 6616265"/>
              <a:gd name="connsiteY227" fmla="*/ 4029675 h 6843715"/>
              <a:gd name="connsiteX228" fmla="*/ 1412855 w 6616265"/>
              <a:gd name="connsiteY228" fmla="*/ 4028809 h 6843715"/>
              <a:gd name="connsiteX229" fmla="*/ 1410785 w 6616265"/>
              <a:gd name="connsiteY229" fmla="*/ 4005809 h 6843715"/>
              <a:gd name="connsiteX230" fmla="*/ 1414258 w 6616265"/>
              <a:gd name="connsiteY230" fmla="*/ 3961788 h 6843715"/>
              <a:gd name="connsiteX231" fmla="*/ 1619945 w 6616265"/>
              <a:gd name="connsiteY231" fmla="*/ 3714195 h 6843715"/>
              <a:gd name="connsiteX232" fmla="*/ 1432210 w 6616265"/>
              <a:gd name="connsiteY232" fmla="*/ 3440010 h 6843715"/>
              <a:gd name="connsiteX233" fmla="*/ 1727039 w 6616265"/>
              <a:gd name="connsiteY233" fmla="*/ 3145181 h 6843715"/>
              <a:gd name="connsiteX234" fmla="*/ 1959290 w 6616265"/>
              <a:gd name="connsiteY234" fmla="*/ 3259371 h 6843715"/>
              <a:gd name="connsiteX235" fmla="*/ 2066382 w 6616265"/>
              <a:gd name="connsiteY235" fmla="*/ 3133569 h 6843715"/>
              <a:gd name="connsiteX236" fmla="*/ 1963805 w 6616265"/>
              <a:gd name="connsiteY236" fmla="*/ 2980026 h 6843715"/>
              <a:gd name="connsiteX237" fmla="*/ 1726393 w 6616265"/>
              <a:gd name="connsiteY237" fmla="*/ 3129697 h 6843715"/>
              <a:gd name="connsiteX238" fmla="*/ 1463822 w 6616265"/>
              <a:gd name="connsiteY238" fmla="*/ 2867126 h 6843715"/>
              <a:gd name="connsiteX239" fmla="*/ 1726393 w 6616265"/>
              <a:gd name="connsiteY239" fmla="*/ 2604554 h 6843715"/>
              <a:gd name="connsiteX240" fmla="*/ 1963805 w 6616265"/>
              <a:gd name="connsiteY240" fmla="*/ 2754227 h 6843715"/>
              <a:gd name="connsiteX241" fmla="*/ 2128316 w 6616265"/>
              <a:gd name="connsiteY241" fmla="*/ 2557458 h 6843715"/>
              <a:gd name="connsiteX242" fmla="*/ 1995952 w 6616265"/>
              <a:gd name="connsiteY242" fmla="*/ 2374289 h 6843715"/>
              <a:gd name="connsiteX243" fmla="*/ 1989817 w 6616265"/>
              <a:gd name="connsiteY243" fmla="*/ 2326586 h 6843715"/>
              <a:gd name="connsiteX244" fmla="*/ 1993483 w 6616265"/>
              <a:gd name="connsiteY244" fmla="*/ 2308473 h 6843715"/>
              <a:gd name="connsiteX245" fmla="*/ 1987399 w 6616265"/>
              <a:gd name="connsiteY245" fmla="*/ 2278426 h 6843715"/>
              <a:gd name="connsiteX246" fmla="*/ 1992121 w 6616265"/>
              <a:gd name="connsiteY246" fmla="*/ 2231592 h 6843715"/>
              <a:gd name="connsiteX247" fmla="*/ 2299279 w 6616265"/>
              <a:gd name="connsiteY247" fmla="*/ 1981352 h 6843715"/>
              <a:gd name="connsiteX248" fmla="*/ 2538627 w 6616265"/>
              <a:gd name="connsiteY248" fmla="*/ 2092962 h 6843715"/>
              <a:gd name="connsiteX249" fmla="*/ 2647655 w 6616265"/>
              <a:gd name="connsiteY249" fmla="*/ 1976190 h 6843715"/>
              <a:gd name="connsiteX250" fmla="*/ 2542497 w 6616265"/>
              <a:gd name="connsiteY250" fmla="*/ 1803293 h 6843715"/>
              <a:gd name="connsiteX251" fmla="*/ 2298633 w 6616265"/>
              <a:gd name="connsiteY251" fmla="*/ 1979417 h 6843715"/>
              <a:gd name="connsiteX252" fmla="*/ 2041223 w 6616265"/>
              <a:gd name="connsiteY252" fmla="*/ 1722003 h 6843715"/>
              <a:gd name="connsiteX253" fmla="*/ 2298633 w 6616265"/>
              <a:gd name="connsiteY253" fmla="*/ 1464593 h 6843715"/>
              <a:gd name="connsiteX254" fmla="*/ 2542497 w 6616265"/>
              <a:gd name="connsiteY254" fmla="*/ 1640718 h 6843715"/>
              <a:gd name="connsiteX255" fmla="*/ 2760555 w 6616265"/>
              <a:gd name="connsiteY255" fmla="*/ 1402016 h 6843715"/>
              <a:gd name="connsiteX256" fmla="*/ 2595400 w 6616265"/>
              <a:gd name="connsiteY256" fmla="*/ 1149118 h 6843715"/>
              <a:gd name="connsiteX257" fmla="*/ 2871517 w 6616265"/>
              <a:gd name="connsiteY257" fmla="*/ 872997 h 6843715"/>
              <a:gd name="connsiteX258" fmla="*/ 3123123 w 6616265"/>
              <a:gd name="connsiteY258" fmla="*/ 1035574 h 6843715"/>
              <a:gd name="connsiteX259" fmla="*/ 3348277 w 6616265"/>
              <a:gd name="connsiteY259" fmla="*/ 822035 h 6843715"/>
              <a:gd name="connsiteX260" fmla="*/ 3179895 w 6616265"/>
              <a:gd name="connsiteY260" fmla="*/ 576235 h 6843715"/>
              <a:gd name="connsiteX261" fmla="*/ 3443757 w 6616265"/>
              <a:gd name="connsiteY261" fmla="*/ 312373 h 6843715"/>
              <a:gd name="connsiteX262" fmla="*/ 3699877 w 6616265"/>
              <a:gd name="connsiteY262" fmla="*/ 514303 h 6843715"/>
              <a:gd name="connsiteX263" fmla="*/ 4015997 w 6616265"/>
              <a:gd name="connsiteY263" fmla="*/ 254311 h 6843715"/>
              <a:gd name="connsiteX264" fmla="*/ 4275343 w 6616265"/>
              <a:gd name="connsiteY264" fmla="*/ 385274 h 6843715"/>
              <a:gd name="connsiteX265" fmla="*/ 4441789 w 6616265"/>
              <a:gd name="connsiteY265" fmla="*/ 240118 h 6843715"/>
              <a:gd name="connsiteX266" fmla="*/ 4310179 w 6616265"/>
              <a:gd name="connsiteY266" fmla="*/ 3997 h 6843715"/>
              <a:gd name="connsiteX267" fmla="*/ 3836709 w 6616265"/>
              <a:gd name="connsiteY267" fmla="*/ 0 h 6843715"/>
              <a:gd name="connsiteX268" fmla="*/ 4290765 w 6616265"/>
              <a:gd name="connsiteY268" fmla="*/ 0 h 6843715"/>
              <a:gd name="connsiteX269" fmla="*/ 4294697 w 6616265"/>
              <a:gd name="connsiteY269" fmla="*/ 19521 h 6843715"/>
              <a:gd name="connsiteX270" fmla="*/ 4063739 w 6616265"/>
              <a:gd name="connsiteY270" fmla="*/ 250481 h 6843715"/>
              <a:gd name="connsiteX271" fmla="*/ 3832777 w 6616265"/>
              <a:gd name="connsiteY271" fmla="*/ 19521 h 6843715"/>
              <a:gd name="connsiteX272" fmla="*/ 3315961 w 6616265"/>
              <a:gd name="connsiteY272" fmla="*/ 0 h 6843715"/>
              <a:gd name="connsiteX273" fmla="*/ 3665747 w 6616265"/>
              <a:gd name="connsiteY273" fmla="*/ 0 h 6843715"/>
              <a:gd name="connsiteX274" fmla="*/ 3669557 w 6616265"/>
              <a:gd name="connsiteY274" fmla="*/ 18877 h 6843715"/>
              <a:gd name="connsiteX275" fmla="*/ 3490853 w 6616265"/>
              <a:gd name="connsiteY275" fmla="*/ 197580 h 6843715"/>
              <a:gd name="connsiteX276" fmla="*/ 3312149 w 6616265"/>
              <a:gd name="connsiteY276" fmla="*/ 18877 h 6843715"/>
              <a:gd name="connsiteX277" fmla="*/ 2797407 w 6616265"/>
              <a:gd name="connsiteY277" fmla="*/ 0 h 6843715"/>
              <a:gd name="connsiteX278" fmla="*/ 3039823 w 6616265"/>
              <a:gd name="connsiteY278" fmla="*/ 0 h 6843715"/>
              <a:gd name="connsiteX279" fmla="*/ 3043771 w 6616265"/>
              <a:gd name="connsiteY279" fmla="*/ 19521 h 6843715"/>
              <a:gd name="connsiteX280" fmla="*/ 2918615 w 6616265"/>
              <a:gd name="connsiteY280" fmla="*/ 144678 h 6843715"/>
              <a:gd name="connsiteX281" fmla="*/ 2793457 w 6616265"/>
              <a:gd name="connsiteY281" fmla="*/ 19521 h 6843715"/>
              <a:gd name="connsiteX282" fmla="*/ 2274893 w 6616265"/>
              <a:gd name="connsiteY282" fmla="*/ 0 h 6843715"/>
              <a:gd name="connsiteX283" fmla="*/ 2417855 w 6616265"/>
              <a:gd name="connsiteY283" fmla="*/ 0 h 6843715"/>
              <a:gd name="connsiteX284" fmla="*/ 2421856 w 6616265"/>
              <a:gd name="connsiteY284" fmla="*/ 19518 h 6843715"/>
              <a:gd name="connsiteX285" fmla="*/ 2346375 w 6616265"/>
              <a:gd name="connsiteY285" fmla="*/ 94999 h 6843715"/>
              <a:gd name="connsiteX286" fmla="*/ 2270893 w 6616265"/>
              <a:gd name="connsiteY286" fmla="*/ 19518 h 6843715"/>
              <a:gd name="connsiteX287" fmla="*/ 1740884 w 6616265"/>
              <a:gd name="connsiteY287" fmla="*/ 0 h 6843715"/>
              <a:gd name="connsiteX288" fmla="*/ 1806098 w 6616265"/>
              <a:gd name="connsiteY288" fmla="*/ 0 h 6843715"/>
              <a:gd name="connsiteX289" fmla="*/ 1814136 w 6616265"/>
              <a:gd name="connsiteY289" fmla="*/ 19519 h 6843715"/>
              <a:gd name="connsiteX290" fmla="*/ 1773490 w 6616265"/>
              <a:gd name="connsiteY290" fmla="*/ 60163 h 6843715"/>
              <a:gd name="connsiteX291" fmla="*/ 1732847 w 6616265"/>
              <a:gd name="connsiteY291" fmla="*/ 19519 h 6843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</a:cxnLst>
            <a:rect l="l" t="t" r="r" b="b"/>
            <a:pathLst>
              <a:path w="6616265" h="6843715">
                <a:moveTo>
                  <a:pt x="629011" y="6807681"/>
                </a:moveTo>
                <a:cubicBezTo>
                  <a:pt x="645785" y="6807681"/>
                  <a:pt x="661430" y="6813003"/>
                  <a:pt x="674414" y="6821955"/>
                </a:cubicBezTo>
                <a:lnTo>
                  <a:pt x="692183" y="6843715"/>
                </a:lnTo>
                <a:lnTo>
                  <a:pt x="566186" y="6843715"/>
                </a:lnTo>
                <a:lnTo>
                  <a:pt x="583691" y="6821713"/>
                </a:lnTo>
                <a:cubicBezTo>
                  <a:pt x="596593" y="6812842"/>
                  <a:pt x="612238" y="6807681"/>
                  <a:pt x="629011" y="6807681"/>
                </a:cubicBezTo>
                <a:close/>
                <a:moveTo>
                  <a:pt x="1201250" y="6737360"/>
                </a:moveTo>
                <a:cubicBezTo>
                  <a:pt x="1255926" y="6737360"/>
                  <a:pt x="1304070" y="6766754"/>
                  <a:pt x="1330440" y="6810301"/>
                </a:cubicBezTo>
                <a:lnTo>
                  <a:pt x="1343433" y="6843715"/>
                </a:lnTo>
                <a:lnTo>
                  <a:pt x="1059118" y="6843715"/>
                </a:lnTo>
                <a:lnTo>
                  <a:pt x="1072333" y="6810029"/>
                </a:lnTo>
                <a:cubicBezTo>
                  <a:pt x="1098794" y="6766391"/>
                  <a:pt x="1146575" y="6737360"/>
                  <a:pt x="1201250" y="6737360"/>
                </a:cubicBezTo>
                <a:close/>
                <a:moveTo>
                  <a:pt x="56772" y="6273505"/>
                </a:moveTo>
                <a:cubicBezTo>
                  <a:pt x="79998" y="6273505"/>
                  <a:pt x="99350" y="6292215"/>
                  <a:pt x="99350" y="6316084"/>
                </a:cubicBezTo>
                <a:cubicBezTo>
                  <a:pt x="99350" y="6339309"/>
                  <a:pt x="80642" y="6358663"/>
                  <a:pt x="56772" y="6358663"/>
                </a:cubicBezTo>
                <a:cubicBezTo>
                  <a:pt x="33547" y="6358663"/>
                  <a:pt x="14192" y="6339955"/>
                  <a:pt x="14192" y="6316084"/>
                </a:cubicBezTo>
                <a:cubicBezTo>
                  <a:pt x="14192" y="6292860"/>
                  <a:pt x="32902" y="6273505"/>
                  <a:pt x="56772" y="6273505"/>
                </a:cubicBezTo>
                <a:close/>
                <a:moveTo>
                  <a:pt x="629011" y="6216087"/>
                </a:moveTo>
                <a:cubicBezTo>
                  <a:pt x="684494" y="6216087"/>
                  <a:pt x="729008" y="6260601"/>
                  <a:pt x="729008" y="6316083"/>
                </a:cubicBezTo>
                <a:cubicBezTo>
                  <a:pt x="729008" y="6371565"/>
                  <a:pt x="684494" y="6416081"/>
                  <a:pt x="629011" y="6416081"/>
                </a:cubicBezTo>
                <a:cubicBezTo>
                  <a:pt x="573530" y="6416081"/>
                  <a:pt x="529015" y="6371565"/>
                  <a:pt x="529015" y="6316083"/>
                </a:cubicBezTo>
                <a:cubicBezTo>
                  <a:pt x="529015" y="6260601"/>
                  <a:pt x="573530" y="6216087"/>
                  <a:pt x="629011" y="6216087"/>
                </a:cubicBezTo>
                <a:close/>
                <a:moveTo>
                  <a:pt x="1201251" y="6134800"/>
                </a:moveTo>
                <a:cubicBezTo>
                  <a:pt x="1301248" y="6134800"/>
                  <a:pt x="1382536" y="6216087"/>
                  <a:pt x="1382536" y="6316084"/>
                </a:cubicBezTo>
                <a:cubicBezTo>
                  <a:pt x="1382536" y="6416081"/>
                  <a:pt x="1301248" y="6497368"/>
                  <a:pt x="1201251" y="6497368"/>
                </a:cubicBezTo>
                <a:cubicBezTo>
                  <a:pt x="1101255" y="6497368"/>
                  <a:pt x="1019967" y="6416081"/>
                  <a:pt x="1019967" y="6316084"/>
                </a:cubicBezTo>
                <a:cubicBezTo>
                  <a:pt x="1019967" y="6216087"/>
                  <a:pt x="1101255" y="6134800"/>
                  <a:pt x="1201251" y="6134800"/>
                </a:cubicBezTo>
                <a:close/>
                <a:moveTo>
                  <a:pt x="56773" y="5692879"/>
                </a:moveTo>
                <a:cubicBezTo>
                  <a:pt x="84514" y="5692879"/>
                  <a:pt x="107093" y="5715458"/>
                  <a:pt x="107738" y="5743845"/>
                </a:cubicBezTo>
                <a:cubicBezTo>
                  <a:pt x="107738" y="5772232"/>
                  <a:pt x="85159" y="5794811"/>
                  <a:pt x="56773" y="5794811"/>
                </a:cubicBezTo>
                <a:cubicBezTo>
                  <a:pt x="28385" y="5794811"/>
                  <a:pt x="5806" y="5772232"/>
                  <a:pt x="5806" y="5743845"/>
                </a:cubicBezTo>
                <a:cubicBezTo>
                  <a:pt x="5806" y="5715458"/>
                  <a:pt x="28385" y="5692879"/>
                  <a:pt x="56773" y="5692879"/>
                </a:cubicBezTo>
                <a:close/>
                <a:moveTo>
                  <a:pt x="629011" y="5627719"/>
                </a:moveTo>
                <a:cubicBezTo>
                  <a:pt x="692881" y="5627719"/>
                  <a:pt x="744491" y="5679331"/>
                  <a:pt x="744491" y="5743199"/>
                </a:cubicBezTo>
                <a:cubicBezTo>
                  <a:pt x="744491" y="5807068"/>
                  <a:pt x="692881" y="5858679"/>
                  <a:pt x="629011" y="5858679"/>
                </a:cubicBezTo>
                <a:cubicBezTo>
                  <a:pt x="565143" y="5858679"/>
                  <a:pt x="513532" y="5807068"/>
                  <a:pt x="513532" y="5743199"/>
                </a:cubicBezTo>
                <a:cubicBezTo>
                  <a:pt x="513532" y="5679331"/>
                  <a:pt x="565143" y="5627719"/>
                  <a:pt x="629011" y="5627719"/>
                </a:cubicBezTo>
                <a:close/>
                <a:moveTo>
                  <a:pt x="1201250" y="5539980"/>
                </a:moveTo>
                <a:cubicBezTo>
                  <a:pt x="1313506" y="5539980"/>
                  <a:pt x="1404470" y="5630945"/>
                  <a:pt x="1404470" y="5743199"/>
                </a:cubicBezTo>
                <a:cubicBezTo>
                  <a:pt x="1404470" y="5855453"/>
                  <a:pt x="1313506" y="5946419"/>
                  <a:pt x="1201250" y="5946419"/>
                </a:cubicBezTo>
                <a:cubicBezTo>
                  <a:pt x="1088996" y="5946419"/>
                  <a:pt x="998031" y="5855453"/>
                  <a:pt x="998031" y="5743199"/>
                </a:cubicBezTo>
                <a:cubicBezTo>
                  <a:pt x="998031" y="5630945"/>
                  <a:pt x="1088996" y="5539980"/>
                  <a:pt x="1201250" y="5539980"/>
                </a:cubicBezTo>
                <a:close/>
                <a:moveTo>
                  <a:pt x="56772" y="5114188"/>
                </a:moveTo>
                <a:cubicBezTo>
                  <a:pt x="87739" y="5114188"/>
                  <a:pt x="113543" y="5139348"/>
                  <a:pt x="113543" y="5170960"/>
                </a:cubicBezTo>
                <a:cubicBezTo>
                  <a:pt x="113543" y="5201927"/>
                  <a:pt x="88383" y="5227732"/>
                  <a:pt x="56772" y="5227732"/>
                </a:cubicBezTo>
                <a:cubicBezTo>
                  <a:pt x="25805" y="5227732"/>
                  <a:pt x="0" y="5202572"/>
                  <a:pt x="0" y="5170960"/>
                </a:cubicBezTo>
                <a:cubicBezTo>
                  <a:pt x="0" y="5139993"/>
                  <a:pt x="25160" y="5114188"/>
                  <a:pt x="56772" y="5114188"/>
                </a:cubicBezTo>
                <a:close/>
                <a:moveTo>
                  <a:pt x="629011" y="5045803"/>
                </a:moveTo>
                <a:cubicBezTo>
                  <a:pt x="698041" y="5045803"/>
                  <a:pt x="754168" y="5101931"/>
                  <a:pt x="754168" y="5170960"/>
                </a:cubicBezTo>
                <a:cubicBezTo>
                  <a:pt x="754168" y="5239990"/>
                  <a:pt x="698041" y="5296117"/>
                  <a:pt x="629011" y="5296117"/>
                </a:cubicBezTo>
                <a:cubicBezTo>
                  <a:pt x="559981" y="5296117"/>
                  <a:pt x="503854" y="5239990"/>
                  <a:pt x="503854" y="5170960"/>
                </a:cubicBezTo>
                <a:cubicBezTo>
                  <a:pt x="503854" y="5101931"/>
                  <a:pt x="559981" y="5045803"/>
                  <a:pt x="629011" y="5045803"/>
                </a:cubicBezTo>
                <a:close/>
                <a:moveTo>
                  <a:pt x="1201250" y="4954192"/>
                </a:moveTo>
                <a:cubicBezTo>
                  <a:pt x="1291247" y="4954192"/>
                  <a:pt x="1368181" y="5008627"/>
                  <a:pt x="1401022" y="5086466"/>
                </a:cubicBezTo>
                <a:lnTo>
                  <a:pt x="1410074" y="5131470"/>
                </a:lnTo>
                <a:lnTo>
                  <a:pt x="1406404" y="5157374"/>
                </a:lnTo>
                <a:lnTo>
                  <a:pt x="1412511" y="5198249"/>
                </a:lnTo>
                <a:lnTo>
                  <a:pt x="1401022" y="5255180"/>
                </a:lnTo>
                <a:cubicBezTo>
                  <a:pt x="1368181" y="5332931"/>
                  <a:pt x="1291247" y="5387727"/>
                  <a:pt x="1201250" y="5387727"/>
                </a:cubicBezTo>
                <a:cubicBezTo>
                  <a:pt x="1081899" y="5387727"/>
                  <a:pt x="984484" y="5290955"/>
                  <a:pt x="984484" y="5170959"/>
                </a:cubicBezTo>
                <a:cubicBezTo>
                  <a:pt x="984484" y="5051608"/>
                  <a:pt x="1081254" y="4954192"/>
                  <a:pt x="1201250" y="4954192"/>
                </a:cubicBezTo>
                <a:close/>
                <a:moveTo>
                  <a:pt x="56772" y="4541948"/>
                </a:moveTo>
                <a:cubicBezTo>
                  <a:pt x="87739" y="4541948"/>
                  <a:pt x="113543" y="4567108"/>
                  <a:pt x="113543" y="4598720"/>
                </a:cubicBezTo>
                <a:cubicBezTo>
                  <a:pt x="113543" y="4629687"/>
                  <a:pt x="88383" y="4655492"/>
                  <a:pt x="56772" y="4655492"/>
                </a:cubicBezTo>
                <a:cubicBezTo>
                  <a:pt x="25805" y="4655492"/>
                  <a:pt x="0" y="4630332"/>
                  <a:pt x="0" y="4598720"/>
                </a:cubicBezTo>
                <a:cubicBezTo>
                  <a:pt x="0" y="4567753"/>
                  <a:pt x="25160" y="4541948"/>
                  <a:pt x="56772" y="4541948"/>
                </a:cubicBezTo>
                <a:close/>
                <a:moveTo>
                  <a:pt x="629011" y="4471628"/>
                </a:moveTo>
                <a:cubicBezTo>
                  <a:pt x="698687" y="4471628"/>
                  <a:pt x="755461" y="4528400"/>
                  <a:pt x="756105" y="4598720"/>
                </a:cubicBezTo>
                <a:cubicBezTo>
                  <a:pt x="756105" y="4669042"/>
                  <a:pt x="699333" y="4725814"/>
                  <a:pt x="629011" y="4725814"/>
                </a:cubicBezTo>
                <a:cubicBezTo>
                  <a:pt x="558691" y="4725814"/>
                  <a:pt x="501919" y="4669042"/>
                  <a:pt x="501919" y="4598720"/>
                </a:cubicBezTo>
                <a:cubicBezTo>
                  <a:pt x="501919" y="4528400"/>
                  <a:pt x="558691" y="4471628"/>
                  <a:pt x="629011" y="4471628"/>
                </a:cubicBezTo>
                <a:close/>
                <a:moveTo>
                  <a:pt x="1201250" y="4380018"/>
                </a:moveTo>
                <a:cubicBezTo>
                  <a:pt x="1291731" y="4380018"/>
                  <a:pt x="1369511" y="4435178"/>
                  <a:pt x="1402746" y="4513653"/>
                </a:cubicBezTo>
                <a:lnTo>
                  <a:pt x="1409763" y="4548338"/>
                </a:lnTo>
                <a:lnTo>
                  <a:pt x="1404469" y="4585134"/>
                </a:lnTo>
                <a:lnTo>
                  <a:pt x="1411993" y="4638076"/>
                </a:lnTo>
                <a:lnTo>
                  <a:pt x="1402746" y="4683789"/>
                </a:lnTo>
                <a:cubicBezTo>
                  <a:pt x="1369511" y="4762264"/>
                  <a:pt x="1291731" y="4817424"/>
                  <a:pt x="1201250" y="4817424"/>
                </a:cubicBezTo>
                <a:cubicBezTo>
                  <a:pt x="1080609" y="4817424"/>
                  <a:pt x="982548" y="4719362"/>
                  <a:pt x="982548" y="4598720"/>
                </a:cubicBezTo>
                <a:cubicBezTo>
                  <a:pt x="982548" y="4478079"/>
                  <a:pt x="1080609" y="4380018"/>
                  <a:pt x="1201250" y="4380018"/>
                </a:cubicBezTo>
                <a:close/>
                <a:moveTo>
                  <a:pt x="56772" y="3971645"/>
                </a:moveTo>
                <a:cubicBezTo>
                  <a:pt x="87093" y="3971645"/>
                  <a:pt x="111609" y="3996160"/>
                  <a:pt x="111609" y="4026482"/>
                </a:cubicBezTo>
                <a:cubicBezTo>
                  <a:pt x="111609" y="4056803"/>
                  <a:pt x="87093" y="4081319"/>
                  <a:pt x="56772" y="4081319"/>
                </a:cubicBezTo>
                <a:cubicBezTo>
                  <a:pt x="26450" y="4081319"/>
                  <a:pt x="1935" y="4056803"/>
                  <a:pt x="1935" y="4026482"/>
                </a:cubicBezTo>
                <a:cubicBezTo>
                  <a:pt x="1935" y="3996160"/>
                  <a:pt x="26450" y="3971645"/>
                  <a:pt x="56772" y="3971645"/>
                </a:cubicBezTo>
                <a:close/>
                <a:moveTo>
                  <a:pt x="629011" y="3905840"/>
                </a:moveTo>
                <a:cubicBezTo>
                  <a:pt x="695461" y="3905840"/>
                  <a:pt x="749008" y="3959386"/>
                  <a:pt x="749008" y="4025836"/>
                </a:cubicBezTo>
                <a:cubicBezTo>
                  <a:pt x="749008" y="4092286"/>
                  <a:pt x="695461" y="4145833"/>
                  <a:pt x="629011" y="4145833"/>
                </a:cubicBezTo>
                <a:cubicBezTo>
                  <a:pt x="562561" y="4145833"/>
                  <a:pt x="509015" y="4092286"/>
                  <a:pt x="509015" y="4025836"/>
                </a:cubicBezTo>
                <a:cubicBezTo>
                  <a:pt x="509015" y="3959386"/>
                  <a:pt x="562561" y="3905840"/>
                  <a:pt x="629011" y="3905840"/>
                </a:cubicBezTo>
                <a:close/>
                <a:moveTo>
                  <a:pt x="1203892" y="3814493"/>
                </a:moveTo>
                <a:cubicBezTo>
                  <a:pt x="1302314" y="3815635"/>
                  <a:pt x="1389676" y="3885701"/>
                  <a:pt x="1409012" y="3986119"/>
                </a:cubicBezTo>
                <a:lnTo>
                  <a:pt x="1410785" y="4005809"/>
                </a:lnTo>
                <a:lnTo>
                  <a:pt x="1410276" y="4012250"/>
                </a:lnTo>
                <a:lnTo>
                  <a:pt x="1412759" y="4029675"/>
                </a:lnTo>
                <a:lnTo>
                  <a:pt x="1408258" y="4070146"/>
                </a:lnTo>
                <a:cubicBezTo>
                  <a:pt x="1391074" y="4150802"/>
                  <a:pt x="1327302" y="4217356"/>
                  <a:pt x="1241229" y="4233930"/>
                </a:cubicBezTo>
                <a:cubicBezTo>
                  <a:pt x="1126467" y="4256030"/>
                  <a:pt x="1015518" y="4180911"/>
                  <a:pt x="993420" y="4066148"/>
                </a:cubicBezTo>
                <a:cubicBezTo>
                  <a:pt x="971319" y="3951384"/>
                  <a:pt x="1046437" y="3840435"/>
                  <a:pt x="1161200" y="3818336"/>
                </a:cubicBezTo>
                <a:cubicBezTo>
                  <a:pt x="1175546" y="3815574"/>
                  <a:pt x="1189832" y="3814330"/>
                  <a:pt x="1203892" y="3814493"/>
                </a:cubicBezTo>
                <a:close/>
                <a:moveTo>
                  <a:pt x="56773" y="3404567"/>
                </a:moveTo>
                <a:cubicBezTo>
                  <a:pt x="83868" y="3404567"/>
                  <a:pt x="105802" y="3426502"/>
                  <a:pt x="105802" y="3453598"/>
                </a:cubicBezTo>
                <a:cubicBezTo>
                  <a:pt x="105802" y="3480693"/>
                  <a:pt x="83868" y="3502627"/>
                  <a:pt x="56773" y="3502627"/>
                </a:cubicBezTo>
                <a:cubicBezTo>
                  <a:pt x="29677" y="3502627"/>
                  <a:pt x="7742" y="3480693"/>
                  <a:pt x="7742" y="3453598"/>
                </a:cubicBezTo>
                <a:cubicBezTo>
                  <a:pt x="7742" y="3426502"/>
                  <a:pt x="29677" y="3404567"/>
                  <a:pt x="56773" y="3404567"/>
                </a:cubicBezTo>
                <a:close/>
                <a:moveTo>
                  <a:pt x="629011" y="3346504"/>
                </a:moveTo>
                <a:cubicBezTo>
                  <a:pt x="688364" y="3346504"/>
                  <a:pt x="736105" y="3394245"/>
                  <a:pt x="736105" y="3453598"/>
                </a:cubicBezTo>
                <a:cubicBezTo>
                  <a:pt x="736105" y="3512951"/>
                  <a:pt x="688364" y="3560691"/>
                  <a:pt x="629011" y="3560691"/>
                </a:cubicBezTo>
                <a:cubicBezTo>
                  <a:pt x="569658" y="3560691"/>
                  <a:pt x="521918" y="3512951"/>
                  <a:pt x="521918" y="3453598"/>
                </a:cubicBezTo>
                <a:cubicBezTo>
                  <a:pt x="521918" y="3394245"/>
                  <a:pt x="569658" y="3346504"/>
                  <a:pt x="629011" y="3346504"/>
                </a:cubicBezTo>
                <a:close/>
                <a:moveTo>
                  <a:pt x="1202686" y="3262070"/>
                </a:moveTo>
                <a:cubicBezTo>
                  <a:pt x="1277355" y="3262626"/>
                  <a:pt x="1347997" y="3307073"/>
                  <a:pt x="1378371" y="3380400"/>
                </a:cubicBezTo>
                <a:cubicBezTo>
                  <a:pt x="1418869" y="3478168"/>
                  <a:pt x="1372441" y="3590255"/>
                  <a:pt x="1274673" y="3630753"/>
                </a:cubicBezTo>
                <a:cubicBezTo>
                  <a:pt x="1176904" y="3671251"/>
                  <a:pt x="1064816" y="3624824"/>
                  <a:pt x="1024320" y="3527055"/>
                </a:cubicBezTo>
                <a:cubicBezTo>
                  <a:pt x="983821" y="3429287"/>
                  <a:pt x="1030249" y="3317199"/>
                  <a:pt x="1128017" y="3276702"/>
                </a:cubicBezTo>
                <a:cubicBezTo>
                  <a:pt x="1152459" y="3266578"/>
                  <a:pt x="1177796" y="3261886"/>
                  <a:pt x="1202686" y="3262070"/>
                </a:cubicBezTo>
                <a:close/>
                <a:moveTo>
                  <a:pt x="56772" y="2842650"/>
                </a:moveTo>
                <a:cubicBezTo>
                  <a:pt x="78062" y="2842650"/>
                  <a:pt x="95481" y="2860069"/>
                  <a:pt x="95481" y="2881358"/>
                </a:cubicBezTo>
                <a:cubicBezTo>
                  <a:pt x="95481" y="2902648"/>
                  <a:pt x="78062" y="2920067"/>
                  <a:pt x="56772" y="2920067"/>
                </a:cubicBezTo>
                <a:cubicBezTo>
                  <a:pt x="34837" y="2920067"/>
                  <a:pt x="18064" y="2902648"/>
                  <a:pt x="18064" y="2881358"/>
                </a:cubicBezTo>
                <a:cubicBezTo>
                  <a:pt x="18064" y="2860069"/>
                  <a:pt x="35482" y="2842650"/>
                  <a:pt x="56772" y="2842650"/>
                </a:cubicBezTo>
                <a:close/>
                <a:moveTo>
                  <a:pt x="629011" y="2794264"/>
                </a:moveTo>
                <a:cubicBezTo>
                  <a:pt x="676752" y="2794264"/>
                  <a:pt x="716105" y="2832972"/>
                  <a:pt x="716105" y="2881358"/>
                </a:cubicBezTo>
                <a:cubicBezTo>
                  <a:pt x="716105" y="2929098"/>
                  <a:pt x="677397" y="2968451"/>
                  <a:pt x="629011" y="2968451"/>
                </a:cubicBezTo>
                <a:cubicBezTo>
                  <a:pt x="580626" y="2968451"/>
                  <a:pt x="541273" y="2929744"/>
                  <a:pt x="541918" y="2881358"/>
                </a:cubicBezTo>
                <a:cubicBezTo>
                  <a:pt x="541918" y="2833617"/>
                  <a:pt x="580626" y="2794264"/>
                  <a:pt x="629011" y="2794264"/>
                </a:cubicBezTo>
                <a:close/>
                <a:moveTo>
                  <a:pt x="1201251" y="2715556"/>
                </a:moveTo>
                <a:cubicBezTo>
                  <a:pt x="1292862" y="2715556"/>
                  <a:pt x="1367053" y="2789748"/>
                  <a:pt x="1367053" y="2881358"/>
                </a:cubicBezTo>
                <a:cubicBezTo>
                  <a:pt x="1367053" y="2972968"/>
                  <a:pt x="1292862" y="3047159"/>
                  <a:pt x="1201251" y="3047159"/>
                </a:cubicBezTo>
                <a:cubicBezTo>
                  <a:pt x="1109641" y="3047159"/>
                  <a:pt x="1035450" y="2972968"/>
                  <a:pt x="1035450" y="2881358"/>
                </a:cubicBezTo>
                <a:cubicBezTo>
                  <a:pt x="1035450" y="2789748"/>
                  <a:pt x="1109641" y="2715556"/>
                  <a:pt x="1201251" y="2715556"/>
                </a:cubicBezTo>
                <a:close/>
                <a:moveTo>
                  <a:pt x="629011" y="2240733"/>
                </a:moveTo>
                <a:cubicBezTo>
                  <a:pt x="666430" y="2240733"/>
                  <a:pt x="696752" y="2271056"/>
                  <a:pt x="696752" y="2308473"/>
                </a:cubicBezTo>
                <a:cubicBezTo>
                  <a:pt x="696752" y="2345890"/>
                  <a:pt x="666430" y="2376215"/>
                  <a:pt x="629011" y="2376215"/>
                </a:cubicBezTo>
                <a:cubicBezTo>
                  <a:pt x="591594" y="2376215"/>
                  <a:pt x="561272" y="2345890"/>
                  <a:pt x="561272" y="2308473"/>
                </a:cubicBezTo>
                <a:cubicBezTo>
                  <a:pt x="561272" y="2271056"/>
                  <a:pt x="591594" y="2240733"/>
                  <a:pt x="629011" y="2240733"/>
                </a:cubicBezTo>
                <a:close/>
                <a:moveTo>
                  <a:pt x="1201250" y="2176227"/>
                </a:moveTo>
                <a:cubicBezTo>
                  <a:pt x="1274151" y="2176227"/>
                  <a:pt x="1333504" y="2235577"/>
                  <a:pt x="1333504" y="2308480"/>
                </a:cubicBezTo>
                <a:cubicBezTo>
                  <a:pt x="1333504" y="2381376"/>
                  <a:pt x="1274151" y="2440726"/>
                  <a:pt x="1201250" y="2440726"/>
                </a:cubicBezTo>
                <a:cubicBezTo>
                  <a:pt x="1128349" y="2440726"/>
                  <a:pt x="1068997" y="2382023"/>
                  <a:pt x="1068997" y="2308480"/>
                </a:cubicBezTo>
                <a:cubicBezTo>
                  <a:pt x="1068997" y="2235577"/>
                  <a:pt x="1128349" y="2176227"/>
                  <a:pt x="1201250" y="2176227"/>
                </a:cubicBezTo>
                <a:close/>
                <a:moveTo>
                  <a:pt x="1773490" y="2088481"/>
                </a:moveTo>
                <a:cubicBezTo>
                  <a:pt x="1864456" y="2088481"/>
                  <a:pt x="1942719" y="2144006"/>
                  <a:pt x="1976166" y="2222936"/>
                </a:cubicBezTo>
                <a:lnTo>
                  <a:pt x="1987399" y="2278426"/>
                </a:lnTo>
                <a:lnTo>
                  <a:pt x="1985740" y="2294891"/>
                </a:lnTo>
                <a:lnTo>
                  <a:pt x="1989817" y="2326586"/>
                </a:lnTo>
                <a:lnTo>
                  <a:pt x="1976166" y="2394018"/>
                </a:lnTo>
                <a:cubicBezTo>
                  <a:pt x="1942719" y="2472946"/>
                  <a:pt x="1864456" y="2528464"/>
                  <a:pt x="1773490" y="2528464"/>
                </a:cubicBezTo>
                <a:cubicBezTo>
                  <a:pt x="1652204" y="2528464"/>
                  <a:pt x="1553498" y="2430406"/>
                  <a:pt x="1553498" y="2308473"/>
                </a:cubicBezTo>
                <a:cubicBezTo>
                  <a:pt x="1553498" y="2187186"/>
                  <a:pt x="1652204" y="2088481"/>
                  <a:pt x="1773490" y="2088481"/>
                </a:cubicBezTo>
                <a:close/>
                <a:moveTo>
                  <a:pt x="629011" y="1688493"/>
                </a:moveTo>
                <a:cubicBezTo>
                  <a:pt x="655462" y="1688493"/>
                  <a:pt x="676752" y="1709783"/>
                  <a:pt x="676752" y="1736234"/>
                </a:cubicBezTo>
                <a:cubicBezTo>
                  <a:pt x="676752" y="1762684"/>
                  <a:pt x="655462" y="1783975"/>
                  <a:pt x="629011" y="1783975"/>
                </a:cubicBezTo>
                <a:cubicBezTo>
                  <a:pt x="602561" y="1783975"/>
                  <a:pt x="581271" y="1762684"/>
                  <a:pt x="581271" y="1736234"/>
                </a:cubicBezTo>
                <a:cubicBezTo>
                  <a:pt x="581271" y="1709783"/>
                  <a:pt x="602561" y="1688493"/>
                  <a:pt x="629011" y="1688493"/>
                </a:cubicBezTo>
                <a:close/>
                <a:moveTo>
                  <a:pt x="1201250" y="1639465"/>
                </a:moveTo>
                <a:cubicBezTo>
                  <a:pt x="1254798" y="1639465"/>
                  <a:pt x="1298022" y="1682692"/>
                  <a:pt x="1298022" y="1736237"/>
                </a:cubicBezTo>
                <a:cubicBezTo>
                  <a:pt x="1298022" y="1789784"/>
                  <a:pt x="1254798" y="1833008"/>
                  <a:pt x="1201250" y="1833008"/>
                </a:cubicBezTo>
                <a:cubicBezTo>
                  <a:pt x="1147704" y="1833008"/>
                  <a:pt x="1104480" y="1789784"/>
                  <a:pt x="1104480" y="1736237"/>
                </a:cubicBezTo>
                <a:cubicBezTo>
                  <a:pt x="1104480" y="1682692"/>
                  <a:pt x="1147704" y="1639465"/>
                  <a:pt x="1201250" y="1639465"/>
                </a:cubicBezTo>
                <a:close/>
                <a:moveTo>
                  <a:pt x="1741933" y="1572389"/>
                </a:moveTo>
                <a:cubicBezTo>
                  <a:pt x="1832555" y="1554938"/>
                  <a:pt x="1920163" y="1614255"/>
                  <a:pt x="1937614" y="1704875"/>
                </a:cubicBezTo>
                <a:cubicBezTo>
                  <a:pt x="1955064" y="1795496"/>
                  <a:pt x="1895749" y="1883105"/>
                  <a:pt x="1805127" y="1900555"/>
                </a:cubicBezTo>
                <a:cubicBezTo>
                  <a:pt x="1714507" y="1918005"/>
                  <a:pt x="1626897" y="1858692"/>
                  <a:pt x="1609447" y="1768068"/>
                </a:cubicBezTo>
                <a:cubicBezTo>
                  <a:pt x="1591996" y="1677449"/>
                  <a:pt x="1651313" y="1589840"/>
                  <a:pt x="1741933" y="1572389"/>
                </a:cubicBezTo>
                <a:close/>
                <a:moveTo>
                  <a:pt x="1189474" y="1102707"/>
                </a:moveTo>
                <a:cubicBezTo>
                  <a:pt x="1223414" y="1096172"/>
                  <a:pt x="1256226" y="1118389"/>
                  <a:pt x="1262761" y="1152327"/>
                </a:cubicBezTo>
                <a:cubicBezTo>
                  <a:pt x="1269297" y="1186266"/>
                  <a:pt x="1247081" y="1219079"/>
                  <a:pt x="1213141" y="1225613"/>
                </a:cubicBezTo>
                <a:cubicBezTo>
                  <a:pt x="1179203" y="1232150"/>
                  <a:pt x="1146392" y="1209934"/>
                  <a:pt x="1139856" y="1175994"/>
                </a:cubicBezTo>
                <a:cubicBezTo>
                  <a:pt x="1133320" y="1142055"/>
                  <a:pt x="1155536" y="1109244"/>
                  <a:pt x="1189474" y="1102707"/>
                </a:cubicBezTo>
                <a:close/>
                <a:moveTo>
                  <a:pt x="1773490" y="1043355"/>
                </a:moveTo>
                <a:cubicBezTo>
                  <a:pt x="1839939" y="1043355"/>
                  <a:pt x="1894132" y="1097545"/>
                  <a:pt x="1894132" y="1163996"/>
                </a:cubicBezTo>
                <a:cubicBezTo>
                  <a:pt x="1894132" y="1230445"/>
                  <a:pt x="1839939" y="1284638"/>
                  <a:pt x="1773490" y="1284638"/>
                </a:cubicBezTo>
                <a:cubicBezTo>
                  <a:pt x="1707040" y="1284638"/>
                  <a:pt x="1652849" y="1230445"/>
                  <a:pt x="1652849" y="1163996"/>
                </a:cubicBezTo>
                <a:cubicBezTo>
                  <a:pt x="1652849" y="1097545"/>
                  <a:pt x="1707040" y="1043355"/>
                  <a:pt x="1773490" y="1043355"/>
                </a:cubicBezTo>
                <a:close/>
                <a:moveTo>
                  <a:pt x="2346375" y="973034"/>
                </a:moveTo>
                <a:cubicBezTo>
                  <a:pt x="2451840" y="973034"/>
                  <a:pt x="2537336" y="1058530"/>
                  <a:pt x="2537336" y="1163996"/>
                </a:cubicBezTo>
                <a:cubicBezTo>
                  <a:pt x="2537336" y="1269461"/>
                  <a:pt x="2451840" y="1354957"/>
                  <a:pt x="2346375" y="1354957"/>
                </a:cubicBezTo>
                <a:cubicBezTo>
                  <a:pt x="2240910" y="1354957"/>
                  <a:pt x="2155413" y="1269461"/>
                  <a:pt x="2155413" y="1163996"/>
                </a:cubicBezTo>
                <a:cubicBezTo>
                  <a:pt x="2155413" y="1058530"/>
                  <a:pt x="2240910" y="973034"/>
                  <a:pt x="2346375" y="973034"/>
                </a:cubicBezTo>
                <a:close/>
                <a:moveTo>
                  <a:pt x="1201251" y="554986"/>
                </a:moveTo>
                <a:cubicBezTo>
                  <a:pt x="1221250" y="554986"/>
                  <a:pt x="1238024" y="571759"/>
                  <a:pt x="1238024" y="591758"/>
                </a:cubicBezTo>
                <a:cubicBezTo>
                  <a:pt x="1238024" y="611758"/>
                  <a:pt x="1221250" y="628531"/>
                  <a:pt x="1201251" y="628531"/>
                </a:cubicBezTo>
                <a:cubicBezTo>
                  <a:pt x="1181252" y="628531"/>
                  <a:pt x="1164478" y="611758"/>
                  <a:pt x="1164478" y="591758"/>
                </a:cubicBezTo>
                <a:cubicBezTo>
                  <a:pt x="1164478" y="571759"/>
                  <a:pt x="1181252" y="554986"/>
                  <a:pt x="1201251" y="554986"/>
                </a:cubicBezTo>
                <a:close/>
                <a:moveTo>
                  <a:pt x="1773490" y="516275"/>
                </a:moveTo>
                <a:cubicBezTo>
                  <a:pt x="1815424" y="516275"/>
                  <a:pt x="1848972" y="549823"/>
                  <a:pt x="1848972" y="591757"/>
                </a:cubicBezTo>
                <a:cubicBezTo>
                  <a:pt x="1848972" y="633690"/>
                  <a:pt x="1815424" y="667238"/>
                  <a:pt x="1773490" y="667238"/>
                </a:cubicBezTo>
                <a:cubicBezTo>
                  <a:pt x="1732201" y="667238"/>
                  <a:pt x="1698009" y="633047"/>
                  <a:pt x="1698009" y="591757"/>
                </a:cubicBezTo>
                <a:cubicBezTo>
                  <a:pt x="1698009" y="549823"/>
                  <a:pt x="1731556" y="516275"/>
                  <a:pt x="1773490" y="516275"/>
                </a:cubicBezTo>
                <a:close/>
                <a:moveTo>
                  <a:pt x="2346375" y="462084"/>
                </a:moveTo>
                <a:cubicBezTo>
                  <a:pt x="2417986" y="462084"/>
                  <a:pt x="2476048" y="520146"/>
                  <a:pt x="2476048" y="591757"/>
                </a:cubicBezTo>
                <a:cubicBezTo>
                  <a:pt x="2476048" y="663367"/>
                  <a:pt x="2417986" y="721429"/>
                  <a:pt x="2346375" y="721429"/>
                </a:cubicBezTo>
                <a:cubicBezTo>
                  <a:pt x="2274764" y="721429"/>
                  <a:pt x="2216057" y="663367"/>
                  <a:pt x="2216701" y="591757"/>
                </a:cubicBezTo>
                <a:cubicBezTo>
                  <a:pt x="2216701" y="520146"/>
                  <a:pt x="2274764" y="462084"/>
                  <a:pt x="2346375" y="462084"/>
                </a:cubicBezTo>
                <a:close/>
                <a:moveTo>
                  <a:pt x="2918615" y="395638"/>
                </a:moveTo>
                <a:cubicBezTo>
                  <a:pt x="3026353" y="395638"/>
                  <a:pt x="3114093" y="483377"/>
                  <a:pt x="3114093" y="591115"/>
                </a:cubicBezTo>
                <a:cubicBezTo>
                  <a:pt x="3114093" y="698853"/>
                  <a:pt x="3026353" y="786593"/>
                  <a:pt x="2918615" y="786593"/>
                </a:cubicBezTo>
                <a:cubicBezTo>
                  <a:pt x="2810876" y="786593"/>
                  <a:pt x="2723138" y="699498"/>
                  <a:pt x="2723138" y="591115"/>
                </a:cubicBezTo>
                <a:cubicBezTo>
                  <a:pt x="2723138" y="483377"/>
                  <a:pt x="2810876" y="395638"/>
                  <a:pt x="2918615" y="395638"/>
                </a:cubicBezTo>
                <a:close/>
                <a:moveTo>
                  <a:pt x="4310583" y="0"/>
                </a:moveTo>
                <a:lnTo>
                  <a:pt x="6616265" y="0"/>
                </a:lnTo>
                <a:lnTo>
                  <a:pt x="6616265" y="6843715"/>
                </a:lnTo>
                <a:lnTo>
                  <a:pt x="1487341" y="6843715"/>
                </a:lnTo>
                <a:lnTo>
                  <a:pt x="1496539" y="6801672"/>
                </a:lnTo>
                <a:cubicBezTo>
                  <a:pt x="1527560" y="6703935"/>
                  <a:pt x="1618657" y="6632808"/>
                  <a:pt x="1727039" y="6632808"/>
                </a:cubicBezTo>
                <a:cubicBezTo>
                  <a:pt x="1847035" y="6632808"/>
                  <a:pt x="1946387" y="6719902"/>
                  <a:pt x="1965741" y="6834092"/>
                </a:cubicBezTo>
                <a:cubicBezTo>
                  <a:pt x="1976709" y="6743773"/>
                  <a:pt x="2023158" y="6665065"/>
                  <a:pt x="2090255" y="6611519"/>
                </a:cubicBezTo>
                <a:cubicBezTo>
                  <a:pt x="2034126" y="6573455"/>
                  <a:pt x="1988966" y="6521200"/>
                  <a:pt x="1960580" y="6459266"/>
                </a:cubicBezTo>
                <a:cubicBezTo>
                  <a:pt x="1910259" y="6534102"/>
                  <a:pt x="1824455" y="6583778"/>
                  <a:pt x="1727039" y="6583778"/>
                </a:cubicBezTo>
                <a:cubicBezTo>
                  <a:pt x="1571560" y="6583778"/>
                  <a:pt x="1445758" y="6457976"/>
                  <a:pt x="1445758" y="6302497"/>
                </a:cubicBezTo>
                <a:cubicBezTo>
                  <a:pt x="1445758" y="6170244"/>
                  <a:pt x="1536078" y="6059924"/>
                  <a:pt x="1658654" y="6029603"/>
                </a:cubicBezTo>
                <a:cubicBezTo>
                  <a:pt x="1521884" y="5997991"/>
                  <a:pt x="1419307" y="5876060"/>
                  <a:pt x="1419307" y="5729612"/>
                </a:cubicBezTo>
                <a:cubicBezTo>
                  <a:pt x="1419307" y="5606391"/>
                  <a:pt x="1492853" y="5499943"/>
                  <a:pt x="1598012" y="5450912"/>
                </a:cubicBezTo>
                <a:cubicBezTo>
                  <a:pt x="1513337" y="5413655"/>
                  <a:pt x="1447894" y="5340835"/>
                  <a:pt x="1420467" y="5251503"/>
                </a:cubicBezTo>
                <a:lnTo>
                  <a:pt x="1412511" y="5198249"/>
                </a:lnTo>
                <a:lnTo>
                  <a:pt x="1418018" y="5170959"/>
                </a:lnTo>
                <a:lnTo>
                  <a:pt x="1410074" y="5131470"/>
                </a:lnTo>
                <a:lnTo>
                  <a:pt x="1419106" y="5067729"/>
                </a:lnTo>
                <a:cubicBezTo>
                  <a:pt x="1443902" y="4982420"/>
                  <a:pt x="1503175" y="4911898"/>
                  <a:pt x="1580592" y="4872221"/>
                </a:cubicBezTo>
                <a:cubicBezTo>
                  <a:pt x="1502208" y="4832546"/>
                  <a:pt x="1442330" y="4761298"/>
                  <a:pt x="1417291" y="4675353"/>
                </a:cubicBezTo>
                <a:lnTo>
                  <a:pt x="1411993" y="4638076"/>
                </a:lnTo>
                <a:lnTo>
                  <a:pt x="1419954" y="4598720"/>
                </a:lnTo>
                <a:lnTo>
                  <a:pt x="1409763" y="4548338"/>
                </a:lnTo>
                <a:lnTo>
                  <a:pt x="1417623" y="4493696"/>
                </a:lnTo>
                <a:cubicBezTo>
                  <a:pt x="1443297" y="4406753"/>
                  <a:pt x="1504626" y="4335143"/>
                  <a:pt x="1584463" y="4295466"/>
                </a:cubicBezTo>
                <a:cubicBezTo>
                  <a:pt x="1507047" y="4256273"/>
                  <a:pt x="1447775" y="4186235"/>
                  <a:pt x="1422978" y="4101409"/>
                </a:cubicBezTo>
                <a:lnTo>
                  <a:pt x="1412759" y="4029675"/>
                </a:lnTo>
                <a:lnTo>
                  <a:pt x="1412855" y="4028809"/>
                </a:lnTo>
                <a:lnTo>
                  <a:pt x="1410785" y="4005809"/>
                </a:lnTo>
                <a:lnTo>
                  <a:pt x="1414258" y="3961788"/>
                </a:lnTo>
                <a:cubicBezTo>
                  <a:pt x="1432604" y="3846780"/>
                  <a:pt x="1512692" y="3752580"/>
                  <a:pt x="1619945" y="3714195"/>
                </a:cubicBezTo>
                <a:cubicBezTo>
                  <a:pt x="1510272" y="3670971"/>
                  <a:pt x="1432210" y="3564522"/>
                  <a:pt x="1432210" y="3440010"/>
                </a:cubicBezTo>
                <a:cubicBezTo>
                  <a:pt x="1432210" y="3276790"/>
                  <a:pt x="1564463" y="3145181"/>
                  <a:pt x="1727039" y="3145181"/>
                </a:cubicBezTo>
                <a:cubicBezTo>
                  <a:pt x="1821230" y="3145181"/>
                  <a:pt x="1905097" y="3189695"/>
                  <a:pt x="1959290" y="3259371"/>
                </a:cubicBezTo>
                <a:cubicBezTo>
                  <a:pt x="1985740" y="3210340"/>
                  <a:pt x="2022513" y="3167116"/>
                  <a:pt x="2066382" y="3133569"/>
                </a:cubicBezTo>
                <a:cubicBezTo>
                  <a:pt x="2019932" y="3092925"/>
                  <a:pt x="1983805" y="3040023"/>
                  <a:pt x="1963805" y="2980026"/>
                </a:cubicBezTo>
                <a:cubicBezTo>
                  <a:pt x="1921226" y="3068409"/>
                  <a:pt x="1830907" y="3129697"/>
                  <a:pt x="1726393" y="3129697"/>
                </a:cubicBezTo>
                <a:cubicBezTo>
                  <a:pt x="1581237" y="3129697"/>
                  <a:pt x="1463822" y="3012282"/>
                  <a:pt x="1463822" y="2867126"/>
                </a:cubicBezTo>
                <a:cubicBezTo>
                  <a:pt x="1463822" y="2721969"/>
                  <a:pt x="1581237" y="2604554"/>
                  <a:pt x="1726393" y="2604554"/>
                </a:cubicBezTo>
                <a:cubicBezTo>
                  <a:pt x="1831551" y="2604554"/>
                  <a:pt x="1921871" y="2665843"/>
                  <a:pt x="1963805" y="2754227"/>
                </a:cubicBezTo>
                <a:cubicBezTo>
                  <a:pt x="1992191" y="2670358"/>
                  <a:pt x="2051544" y="2600038"/>
                  <a:pt x="2128316" y="2557458"/>
                </a:cubicBezTo>
                <a:cubicBezTo>
                  <a:pt x="2063964" y="2515365"/>
                  <a:pt x="2015941" y="2450406"/>
                  <a:pt x="1995952" y="2374289"/>
                </a:cubicBezTo>
                <a:lnTo>
                  <a:pt x="1989817" y="2326586"/>
                </a:lnTo>
                <a:lnTo>
                  <a:pt x="1993483" y="2308473"/>
                </a:lnTo>
                <a:lnTo>
                  <a:pt x="1987399" y="2278426"/>
                </a:lnTo>
                <a:lnTo>
                  <a:pt x="1992121" y="2231592"/>
                </a:lnTo>
                <a:cubicBezTo>
                  <a:pt x="2021404" y="2088536"/>
                  <a:pt x="2147992" y="1981352"/>
                  <a:pt x="2299279" y="1981352"/>
                </a:cubicBezTo>
                <a:cubicBezTo>
                  <a:pt x="2395404" y="1981352"/>
                  <a:pt x="2481208" y="2024578"/>
                  <a:pt x="2538627" y="2092962"/>
                </a:cubicBezTo>
                <a:cubicBezTo>
                  <a:pt x="2566368" y="2047155"/>
                  <a:pt x="2603785" y="2007158"/>
                  <a:pt x="2647655" y="1976190"/>
                </a:cubicBezTo>
                <a:cubicBezTo>
                  <a:pt x="2596689" y="1931031"/>
                  <a:pt x="2559270" y="1871032"/>
                  <a:pt x="2542497" y="1803293"/>
                </a:cubicBezTo>
                <a:cubicBezTo>
                  <a:pt x="2508305" y="1905871"/>
                  <a:pt x="2412178" y="1979417"/>
                  <a:pt x="2298633" y="1979417"/>
                </a:cubicBezTo>
                <a:cubicBezTo>
                  <a:pt x="2156057" y="1979417"/>
                  <a:pt x="2041223" y="1863936"/>
                  <a:pt x="2041223" y="1722003"/>
                </a:cubicBezTo>
                <a:cubicBezTo>
                  <a:pt x="2041223" y="1579429"/>
                  <a:pt x="2156703" y="1464593"/>
                  <a:pt x="2298633" y="1464593"/>
                </a:cubicBezTo>
                <a:cubicBezTo>
                  <a:pt x="2412178" y="1464593"/>
                  <a:pt x="2508305" y="1538784"/>
                  <a:pt x="2542497" y="1640718"/>
                </a:cubicBezTo>
                <a:cubicBezTo>
                  <a:pt x="2570240" y="1529109"/>
                  <a:pt x="2652816" y="1439433"/>
                  <a:pt x="2760555" y="1402016"/>
                </a:cubicBezTo>
                <a:cubicBezTo>
                  <a:pt x="2663138" y="1358789"/>
                  <a:pt x="2595400" y="1262019"/>
                  <a:pt x="2595400" y="1149118"/>
                </a:cubicBezTo>
                <a:cubicBezTo>
                  <a:pt x="2595400" y="996221"/>
                  <a:pt x="2719265" y="872997"/>
                  <a:pt x="2871517" y="872997"/>
                </a:cubicBezTo>
                <a:cubicBezTo>
                  <a:pt x="2983773" y="872997"/>
                  <a:pt x="3079897" y="939449"/>
                  <a:pt x="3123123" y="1035574"/>
                </a:cubicBezTo>
                <a:cubicBezTo>
                  <a:pt x="3159251" y="932997"/>
                  <a:pt x="3243119" y="853000"/>
                  <a:pt x="3348277" y="822035"/>
                </a:cubicBezTo>
                <a:cubicBezTo>
                  <a:pt x="3249571" y="783327"/>
                  <a:pt x="3179895" y="688491"/>
                  <a:pt x="3179895" y="576235"/>
                </a:cubicBezTo>
                <a:cubicBezTo>
                  <a:pt x="3179895" y="430434"/>
                  <a:pt x="3297955" y="312373"/>
                  <a:pt x="3443757" y="312373"/>
                </a:cubicBezTo>
                <a:cubicBezTo>
                  <a:pt x="3567623" y="312373"/>
                  <a:pt x="3672137" y="398822"/>
                  <a:pt x="3699877" y="514303"/>
                </a:cubicBezTo>
                <a:cubicBezTo>
                  <a:pt x="3728909" y="365921"/>
                  <a:pt x="3859227" y="254311"/>
                  <a:pt x="4015997" y="254311"/>
                </a:cubicBezTo>
                <a:cubicBezTo>
                  <a:pt x="4122445" y="254311"/>
                  <a:pt x="4216635" y="305923"/>
                  <a:pt x="4275343" y="385274"/>
                </a:cubicBezTo>
                <a:cubicBezTo>
                  <a:pt x="4314051" y="321405"/>
                  <a:pt x="4372759" y="270440"/>
                  <a:pt x="4441789" y="240118"/>
                </a:cubicBezTo>
                <a:cubicBezTo>
                  <a:pt x="4363083" y="191087"/>
                  <a:pt x="4310179" y="103993"/>
                  <a:pt x="4310179" y="3997"/>
                </a:cubicBezTo>
                <a:close/>
                <a:moveTo>
                  <a:pt x="3836709" y="0"/>
                </a:moveTo>
                <a:lnTo>
                  <a:pt x="4290765" y="0"/>
                </a:lnTo>
                <a:lnTo>
                  <a:pt x="4294697" y="19521"/>
                </a:lnTo>
                <a:cubicBezTo>
                  <a:pt x="4294697" y="147259"/>
                  <a:pt x="4191476" y="250481"/>
                  <a:pt x="4063739" y="250481"/>
                </a:cubicBezTo>
                <a:cubicBezTo>
                  <a:pt x="3935999" y="250481"/>
                  <a:pt x="3832133" y="146614"/>
                  <a:pt x="3832777" y="19521"/>
                </a:cubicBezTo>
                <a:close/>
                <a:moveTo>
                  <a:pt x="3315961" y="0"/>
                </a:moveTo>
                <a:lnTo>
                  <a:pt x="3665747" y="0"/>
                </a:lnTo>
                <a:lnTo>
                  <a:pt x="3669557" y="18877"/>
                </a:lnTo>
                <a:cubicBezTo>
                  <a:pt x="3669557" y="117572"/>
                  <a:pt x="3589549" y="197580"/>
                  <a:pt x="3490853" y="197580"/>
                </a:cubicBezTo>
                <a:cubicBezTo>
                  <a:pt x="3392157" y="197580"/>
                  <a:pt x="3312149" y="117572"/>
                  <a:pt x="3312149" y="18877"/>
                </a:cubicBezTo>
                <a:close/>
                <a:moveTo>
                  <a:pt x="2797407" y="0"/>
                </a:moveTo>
                <a:lnTo>
                  <a:pt x="3039823" y="0"/>
                </a:lnTo>
                <a:lnTo>
                  <a:pt x="3043771" y="19521"/>
                </a:lnTo>
                <a:cubicBezTo>
                  <a:pt x="3043771" y="88551"/>
                  <a:pt x="2987643" y="144678"/>
                  <a:pt x="2918615" y="144678"/>
                </a:cubicBezTo>
                <a:cubicBezTo>
                  <a:pt x="2849583" y="144678"/>
                  <a:pt x="2793457" y="88551"/>
                  <a:pt x="2793457" y="19521"/>
                </a:cubicBezTo>
                <a:close/>
                <a:moveTo>
                  <a:pt x="2274893" y="0"/>
                </a:moveTo>
                <a:lnTo>
                  <a:pt x="2417855" y="0"/>
                </a:lnTo>
                <a:lnTo>
                  <a:pt x="2421856" y="19518"/>
                </a:lnTo>
                <a:cubicBezTo>
                  <a:pt x="2421856" y="60807"/>
                  <a:pt x="2388308" y="94999"/>
                  <a:pt x="2346375" y="94999"/>
                </a:cubicBezTo>
                <a:cubicBezTo>
                  <a:pt x="2304440" y="94999"/>
                  <a:pt x="2270893" y="60807"/>
                  <a:pt x="2270893" y="19518"/>
                </a:cubicBezTo>
                <a:close/>
                <a:moveTo>
                  <a:pt x="1740884" y="0"/>
                </a:moveTo>
                <a:lnTo>
                  <a:pt x="1806098" y="0"/>
                </a:lnTo>
                <a:lnTo>
                  <a:pt x="1814136" y="19519"/>
                </a:lnTo>
                <a:cubicBezTo>
                  <a:pt x="1814136" y="42100"/>
                  <a:pt x="1796071" y="60163"/>
                  <a:pt x="1773490" y="60163"/>
                </a:cubicBezTo>
                <a:cubicBezTo>
                  <a:pt x="1750911" y="60163"/>
                  <a:pt x="1732847" y="41455"/>
                  <a:pt x="1732847" y="19519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35DA3AE-B289-C117-4D29-E992899A57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775" y="3924640"/>
            <a:ext cx="6120000" cy="1620000"/>
          </a:xfrm>
        </p:spPr>
        <p:txBody>
          <a:bodyPr/>
          <a:lstStyle>
            <a:lvl1pPr marL="0" indent="0">
              <a:buNone/>
              <a:defRPr sz="4800">
                <a:latin typeface="+mn-lt"/>
              </a:defRPr>
            </a:lvl1pPr>
            <a:lvl2pPr marL="0" indent="0">
              <a:buNone/>
              <a:defRPr sz="4800">
                <a:latin typeface="+mn-lt"/>
              </a:defRPr>
            </a:lvl2pPr>
            <a:lvl3pPr marL="0" indent="0">
              <a:buNone/>
              <a:defRPr sz="4800">
                <a:latin typeface="+mn-lt"/>
              </a:defRPr>
            </a:lvl3pPr>
            <a:lvl4pPr marL="0" indent="0">
              <a:buNone/>
              <a:defRPr sz="4800">
                <a:latin typeface="+mn-lt"/>
              </a:defRPr>
            </a:lvl4pPr>
            <a:lvl5pPr marL="0" indent="0">
              <a:buNone/>
              <a:defRPr sz="4800">
                <a:latin typeface="+mn-lt"/>
              </a:defRPr>
            </a:lvl5pPr>
            <a:lvl6pPr marL="0" indent="0">
              <a:buNone/>
              <a:defRPr sz="4800"/>
            </a:lvl6pPr>
          </a:lstStyle>
          <a:p>
            <a:pPr lvl="0"/>
            <a:r>
              <a:rPr lang="en-US"/>
              <a:t>Add subtitle or date (DD.MM.YYYY)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A653919-8691-BD72-FEC9-8ECCDAECB7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1331277"/>
            <a:ext cx="6120000" cy="2173288"/>
          </a:xfrm>
        </p:spPr>
        <p:txBody>
          <a:bodyPr anchor="ctr" anchorCtr="0">
            <a:noAutofit/>
          </a:bodyPr>
          <a:lstStyle>
            <a:lvl1pPr algn="l">
              <a:defRPr sz="4800"/>
            </a:lvl1pPr>
          </a:lstStyle>
          <a:p>
            <a:r>
              <a:rPr lang="en-US"/>
              <a:t>Add Title</a:t>
            </a:r>
          </a:p>
        </p:txBody>
      </p:sp>
      <p:pic>
        <p:nvPicPr>
          <p:cNvPr id="1855318691" name="Logo" descr="{&quot;templafy&quot;:{&quot;id&quot;:&quot;a1a790e1-f764-4a85-ad8c-a0c93790a27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4" y="269875"/>
            <a:ext cx="2253600" cy="77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68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77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3771" userDrawn="1">
          <p15:clr>
            <a:srgbClr val="FF96FF"/>
          </p15:clr>
        </p15:guide>
        <p15:guide id="7" pos="3908" userDrawn="1">
          <p15:clr>
            <a:srgbClr val="FF96FF"/>
          </p15:clr>
        </p15:guide>
        <p15:guide id="8" pos="7453" userDrawn="1">
          <p15:clr>
            <a:srgbClr val="FF96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">
            <a:extLst>
              <a:ext uri="{FF2B5EF4-FFF2-40B4-BE49-F238E27FC236}">
                <a16:creationId xmlns:a16="http://schemas.microsoft.com/office/drawing/2014/main" id="{F5BC67E5-D42E-5064-B50C-CDDD78F839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775" y="3924640"/>
            <a:ext cx="7577138" cy="1620000"/>
          </a:xfrm>
        </p:spPr>
        <p:txBody>
          <a:bodyPr/>
          <a:lstStyle>
            <a:lvl1pPr marL="0" indent="0">
              <a:buNone/>
              <a:defRPr sz="4800">
                <a:latin typeface="+mn-lt"/>
              </a:defRPr>
            </a:lvl1pPr>
            <a:lvl2pPr marL="0" indent="0">
              <a:buNone/>
              <a:defRPr sz="4800">
                <a:latin typeface="+mn-lt"/>
              </a:defRPr>
            </a:lvl2pPr>
            <a:lvl3pPr marL="0" indent="0">
              <a:buNone/>
              <a:defRPr sz="4800">
                <a:latin typeface="+mn-lt"/>
              </a:defRPr>
            </a:lvl3pPr>
            <a:lvl4pPr marL="0" indent="0">
              <a:buNone/>
              <a:defRPr sz="4800">
                <a:latin typeface="+mn-lt"/>
              </a:defRPr>
            </a:lvl4pPr>
            <a:lvl5pPr marL="0" indent="0">
              <a:buNone/>
              <a:defRPr sz="4800">
                <a:latin typeface="+mn-lt"/>
              </a:defRPr>
            </a:lvl5pPr>
            <a:lvl6pPr marL="0" indent="0">
              <a:buNone/>
              <a:defRPr sz="4800"/>
            </a:lvl6pPr>
          </a:lstStyle>
          <a:p>
            <a:pPr lvl="0"/>
            <a:r>
              <a:rPr lang="en-US"/>
              <a:t>Add subtitle or date (DD.MM.YYYY)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0AB21A6-C81E-71F2-056B-ACEC41D423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1331277"/>
            <a:ext cx="7577140" cy="2173288"/>
          </a:xfrm>
        </p:spPr>
        <p:txBody>
          <a:bodyPr anchor="ctr" anchorCtr="0">
            <a:noAutofit/>
          </a:bodyPr>
          <a:lstStyle>
            <a:lvl1pPr algn="l">
              <a:defRPr sz="4800"/>
            </a:lvl1pPr>
          </a:lstStyle>
          <a:p>
            <a:r>
              <a:rPr lang="en-US"/>
              <a:t>Add Title</a:t>
            </a:r>
          </a:p>
        </p:txBody>
      </p:sp>
      <p:pic>
        <p:nvPicPr>
          <p:cNvPr id="32790759" name="Logo" descr="{&quot;templafy&quot;:{&quot;id&quot;:&quot;3d024485-9079-4abd-bdef-ac0a2116e183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4" y="269875"/>
            <a:ext cx="2253600" cy="77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75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2544" userDrawn="1">
          <p15:clr>
            <a:srgbClr val="FF96FF"/>
          </p15:clr>
        </p15:guide>
        <p15:guide id="7" pos="2680" userDrawn="1">
          <p15:clr>
            <a:srgbClr val="FF96FF"/>
          </p15:clr>
        </p15:guide>
        <p15:guide id="8" pos="4999" userDrawn="1">
          <p15:clr>
            <a:srgbClr val="FF96FF"/>
          </p15:clr>
        </p15:guide>
        <p15:guide id="9" pos="5135" userDrawn="1">
          <p15:clr>
            <a:srgbClr val="FF96FF"/>
          </p15:clr>
        </p15:guide>
        <p15:guide id="10" pos="7453" userDrawn="1">
          <p15:clr>
            <a:srgbClr val="FF96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3">
            <a:extLst>
              <a:ext uri="{FF2B5EF4-FFF2-40B4-BE49-F238E27FC236}">
                <a16:creationId xmlns:a16="http://schemas.microsoft.com/office/drawing/2014/main" id="{9B2DAB7A-347A-2174-BCC0-B115388831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717962" y="4099090"/>
            <a:ext cx="3474038" cy="2758910"/>
          </a:xfrm>
          <a:prstGeom prst="rect">
            <a:avLst/>
          </a:prstGeom>
        </p:spPr>
      </p:pic>
      <p:pic>
        <p:nvPicPr>
          <p:cNvPr id="14" name="Graphic 2">
            <a:extLst>
              <a:ext uri="{FF2B5EF4-FFF2-40B4-BE49-F238E27FC236}">
                <a16:creationId xmlns:a16="http://schemas.microsoft.com/office/drawing/2014/main" id="{E4BCB2AB-45F5-8AA0-A2AA-7E97421249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>
            <a:off x="6022109" y="0"/>
            <a:ext cx="6169891" cy="3172532"/>
          </a:xfrm>
          <a:prstGeom prst="rect">
            <a:avLst/>
          </a:prstGeom>
        </p:spPr>
      </p:pic>
      <p:pic>
        <p:nvPicPr>
          <p:cNvPr id="11" name="Graphic 1">
            <a:extLst>
              <a:ext uri="{FF2B5EF4-FFF2-40B4-BE49-F238E27FC236}">
                <a16:creationId xmlns:a16="http://schemas.microsoft.com/office/drawing/2014/main" id="{9742A25D-1B42-0B10-897B-8F283A2BEA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44316"/>
          <a:stretch/>
        </p:blipFill>
        <p:spPr>
          <a:xfrm rot="10800000" flipV="1">
            <a:off x="1161" y="5091433"/>
            <a:ext cx="6169891" cy="1766567"/>
          </a:xfrm>
          <a:prstGeom prst="rect">
            <a:avLst/>
          </a:prstGeom>
        </p:spPr>
      </p:pic>
      <p:sp>
        <p:nvSpPr>
          <p:cNvPr id="4" name="Subtitle">
            <a:extLst>
              <a:ext uri="{FF2B5EF4-FFF2-40B4-BE49-F238E27FC236}">
                <a16:creationId xmlns:a16="http://schemas.microsoft.com/office/drawing/2014/main" id="{30A1FAD9-2E2A-B859-E64C-6BC29179F3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775" y="3924640"/>
            <a:ext cx="7577138" cy="1620000"/>
          </a:xfrm>
        </p:spPr>
        <p:txBody>
          <a:bodyPr/>
          <a:lstStyle>
            <a:lvl1pPr marL="0" indent="0">
              <a:buNone/>
              <a:defRPr sz="4800">
                <a:latin typeface="+mn-lt"/>
              </a:defRPr>
            </a:lvl1pPr>
            <a:lvl2pPr marL="0" indent="0">
              <a:buNone/>
              <a:defRPr sz="4800">
                <a:latin typeface="+mn-lt"/>
              </a:defRPr>
            </a:lvl2pPr>
            <a:lvl3pPr marL="0" indent="0">
              <a:buNone/>
              <a:defRPr sz="4800">
                <a:latin typeface="+mn-lt"/>
              </a:defRPr>
            </a:lvl3pPr>
            <a:lvl4pPr marL="0" indent="0">
              <a:buNone/>
              <a:defRPr sz="4800">
                <a:latin typeface="+mn-lt"/>
              </a:defRPr>
            </a:lvl4pPr>
            <a:lvl5pPr marL="0" indent="0">
              <a:buNone/>
              <a:defRPr sz="4800">
                <a:latin typeface="+mn-lt"/>
              </a:defRPr>
            </a:lvl5pPr>
            <a:lvl6pPr marL="0" indent="0">
              <a:buNone/>
              <a:defRPr sz="4800"/>
            </a:lvl6pPr>
          </a:lstStyle>
          <a:p>
            <a:pPr lvl="0"/>
            <a:r>
              <a:rPr lang="en-US"/>
              <a:t>Add subtitle or date (DD.MM.YYYY)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6C4F1D6-A65B-91AB-7249-1EA90C8172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1331277"/>
            <a:ext cx="7577140" cy="2173288"/>
          </a:xfrm>
        </p:spPr>
        <p:txBody>
          <a:bodyPr anchor="ctr" anchorCtr="0">
            <a:noAutofit/>
          </a:bodyPr>
          <a:lstStyle>
            <a:lvl1pPr algn="l">
              <a:defRPr sz="4800"/>
            </a:lvl1pPr>
          </a:lstStyle>
          <a:p>
            <a:r>
              <a:rPr lang="en-US"/>
              <a:t>Add Title</a:t>
            </a:r>
          </a:p>
        </p:txBody>
      </p:sp>
      <p:pic>
        <p:nvPicPr>
          <p:cNvPr id="2124531006" name="Logo" descr="{&quot;templafy&quot;:{&quot;id&quot;:&quot;bcab3786-8be8-4d7a-a6ae-3a4e467ab331&quot;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774" y="269875"/>
            <a:ext cx="2253600" cy="77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703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2544" userDrawn="1">
          <p15:clr>
            <a:srgbClr val="FF96FF"/>
          </p15:clr>
        </p15:guide>
        <p15:guide id="7" pos="2680" userDrawn="1">
          <p15:clr>
            <a:srgbClr val="FF96FF"/>
          </p15:clr>
        </p15:guide>
        <p15:guide id="8" pos="4999" userDrawn="1">
          <p15:clr>
            <a:srgbClr val="FF96FF"/>
          </p15:clr>
        </p15:guide>
        <p15:guide id="9" pos="5135" userDrawn="1">
          <p15:clr>
            <a:srgbClr val="FF96FF"/>
          </p15:clr>
        </p15:guide>
        <p15:guide id="10" pos="7453" userDrawn="1">
          <p15:clr>
            <a:srgbClr val="FF96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>
            <a:extLst>
              <a:ext uri="{FF2B5EF4-FFF2-40B4-BE49-F238E27FC236}">
                <a16:creationId xmlns:a16="http://schemas.microsoft.com/office/drawing/2014/main" id="{B707C6B8-19DC-8518-4141-117368C0E5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">
            <a:extLst>
              <a:ext uri="{FF2B5EF4-FFF2-40B4-BE49-F238E27FC236}">
                <a16:creationId xmlns:a16="http://schemas.microsoft.com/office/drawing/2014/main" id="{DE954BEA-6418-6152-8D0B-B262200880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775" y="3924640"/>
            <a:ext cx="7577138" cy="1620000"/>
          </a:xfrm>
        </p:spPr>
        <p:txBody>
          <a:bodyPr/>
          <a:lstStyle>
            <a:lvl1pPr marL="0" indent="0"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 sz="4800">
                <a:latin typeface="+mn-lt"/>
              </a:defRPr>
            </a:lvl2pPr>
            <a:lvl3pPr marL="0" indent="0">
              <a:buNone/>
              <a:defRPr sz="4800">
                <a:latin typeface="+mn-lt"/>
              </a:defRPr>
            </a:lvl3pPr>
            <a:lvl4pPr marL="0" indent="0">
              <a:buNone/>
              <a:defRPr sz="4800">
                <a:latin typeface="+mn-lt"/>
              </a:defRPr>
            </a:lvl4pPr>
            <a:lvl5pPr marL="0" indent="0">
              <a:buNone/>
              <a:defRPr sz="4800">
                <a:latin typeface="+mn-lt"/>
              </a:defRPr>
            </a:lvl5pPr>
            <a:lvl6pPr marL="0" indent="0">
              <a:buNone/>
              <a:defRPr sz="4800"/>
            </a:lvl6pPr>
          </a:lstStyle>
          <a:p>
            <a:pPr lvl="0"/>
            <a:r>
              <a:rPr lang="en-US"/>
              <a:t>Add subtitle or date (DD.MM.YYYY)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8A2DFEE-533A-AC89-E8D9-ECB48D2B427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1331277"/>
            <a:ext cx="7577140" cy="2173288"/>
          </a:xfrm>
        </p:spPr>
        <p:txBody>
          <a:bodyPr anchor="ctr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</a:p>
        </p:txBody>
      </p:sp>
      <p:pic>
        <p:nvPicPr>
          <p:cNvPr id="818476070" name="Logo" descr="{&quot;templafy&quot;:{&quot;id&quot;:&quot;d527cc10-31b7-441a-bdce-39dbb6476c66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4" y="269875"/>
            <a:ext cx="2253600" cy="76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26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34" userDrawn="1">
          <p15:clr>
            <a:srgbClr val="FF96FF"/>
          </p15:clr>
        </p15:guide>
        <p15:guide id="6" pos="2544" userDrawn="1">
          <p15:clr>
            <a:srgbClr val="FF96FF"/>
          </p15:clr>
        </p15:guide>
        <p15:guide id="7" pos="2683" userDrawn="1">
          <p15:clr>
            <a:srgbClr val="FF96FF"/>
          </p15:clr>
        </p15:guide>
        <p15:guide id="8" pos="4999" userDrawn="1">
          <p15:clr>
            <a:srgbClr val="FF96FF"/>
          </p15:clr>
        </p15:guide>
        <p15:guide id="9" pos="5135" userDrawn="1">
          <p15:clr>
            <a:srgbClr val="FF96FF"/>
          </p15:clr>
        </p15:guide>
        <p15:guide id="10" pos="7453" userDrawn="1">
          <p15:clr>
            <a:srgbClr val="FF96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>
            <a:extLst>
              <a:ext uri="{FF2B5EF4-FFF2-40B4-BE49-F238E27FC236}">
                <a16:creationId xmlns:a16="http://schemas.microsoft.com/office/drawing/2014/main" id="{FA7979B1-9138-093E-B8C7-C436A7C043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">
            <a:extLst>
              <a:ext uri="{FF2B5EF4-FFF2-40B4-BE49-F238E27FC236}">
                <a16:creationId xmlns:a16="http://schemas.microsoft.com/office/drawing/2014/main" id="{DE954BEA-6418-6152-8D0B-B262200880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775" y="3924640"/>
            <a:ext cx="7577138" cy="1620000"/>
          </a:xfrm>
        </p:spPr>
        <p:txBody>
          <a:bodyPr/>
          <a:lstStyle>
            <a:lvl1pPr marL="0" indent="0"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 sz="4800">
                <a:latin typeface="+mn-lt"/>
              </a:defRPr>
            </a:lvl2pPr>
            <a:lvl3pPr marL="0" indent="0">
              <a:buNone/>
              <a:defRPr sz="4800">
                <a:latin typeface="+mn-lt"/>
              </a:defRPr>
            </a:lvl3pPr>
            <a:lvl4pPr marL="0" indent="0">
              <a:buNone/>
              <a:defRPr sz="4800">
                <a:latin typeface="+mn-lt"/>
              </a:defRPr>
            </a:lvl4pPr>
            <a:lvl5pPr marL="0" indent="0">
              <a:buNone/>
              <a:defRPr sz="4800">
                <a:latin typeface="+mn-lt"/>
              </a:defRPr>
            </a:lvl5pPr>
            <a:lvl6pPr marL="0" indent="0">
              <a:buNone/>
              <a:defRPr sz="4800"/>
            </a:lvl6pPr>
          </a:lstStyle>
          <a:p>
            <a:pPr lvl="0"/>
            <a:r>
              <a:rPr lang="en-US"/>
              <a:t>Add subtitle or date (DD.MM.YYYY)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8A2DFEE-533A-AC89-E8D9-ECB48D2B427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1331277"/>
            <a:ext cx="7577140" cy="2173288"/>
          </a:xfrm>
        </p:spPr>
        <p:txBody>
          <a:bodyPr anchor="ctr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</a:p>
        </p:txBody>
      </p:sp>
      <p:pic>
        <p:nvPicPr>
          <p:cNvPr id="612206617" name="Logo" descr="{&quot;templafy&quot;:{&quot;id&quot;:&quot;b95b26c4-0d19-48ad-9c75-04f1a327b4db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4" y="269875"/>
            <a:ext cx="2253600" cy="76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39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34">
          <p15:clr>
            <a:srgbClr val="FF96FF"/>
          </p15:clr>
        </p15:guide>
        <p15:guide id="6" pos="2544">
          <p15:clr>
            <a:srgbClr val="FF96FF"/>
          </p15:clr>
        </p15:guide>
        <p15:guide id="7" pos="2683">
          <p15:clr>
            <a:srgbClr val="FF96FF"/>
          </p15:clr>
        </p15:guide>
        <p15:guide id="8" pos="4999">
          <p15:clr>
            <a:srgbClr val="FF96FF"/>
          </p15:clr>
        </p15:guide>
        <p15:guide id="9" pos="5135">
          <p15:clr>
            <a:srgbClr val="FF96FF"/>
          </p15:clr>
        </p15:guide>
        <p15:guide id="10" pos="7453">
          <p15:clr>
            <a:srgbClr val="FF96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Yell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>
            <a:extLst>
              <a:ext uri="{FF2B5EF4-FFF2-40B4-BE49-F238E27FC236}">
                <a16:creationId xmlns:a16="http://schemas.microsoft.com/office/drawing/2014/main" id="{ADEFC2A9-324D-20ED-647A-045604A119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ubtitle">
            <a:extLst>
              <a:ext uri="{FF2B5EF4-FFF2-40B4-BE49-F238E27FC236}">
                <a16:creationId xmlns:a16="http://schemas.microsoft.com/office/drawing/2014/main" id="{66EA0CE4-ADC0-4BD0-694C-2E893BF396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775" y="3924640"/>
            <a:ext cx="7577138" cy="1620000"/>
          </a:xfrm>
        </p:spPr>
        <p:txBody>
          <a:bodyPr/>
          <a:lstStyle>
            <a:lvl1pPr marL="0" indent="0">
              <a:buNone/>
              <a:defRPr sz="4800">
                <a:latin typeface="+mn-lt"/>
              </a:defRPr>
            </a:lvl1pPr>
            <a:lvl2pPr marL="0" indent="0">
              <a:buNone/>
              <a:defRPr sz="4800">
                <a:latin typeface="+mn-lt"/>
              </a:defRPr>
            </a:lvl2pPr>
            <a:lvl3pPr marL="0" indent="0">
              <a:buNone/>
              <a:defRPr sz="4800">
                <a:latin typeface="+mn-lt"/>
              </a:defRPr>
            </a:lvl3pPr>
            <a:lvl4pPr marL="0" indent="0">
              <a:buNone/>
              <a:defRPr sz="4800">
                <a:latin typeface="+mn-lt"/>
              </a:defRPr>
            </a:lvl4pPr>
            <a:lvl5pPr marL="0" indent="0">
              <a:buNone/>
              <a:defRPr sz="4800">
                <a:latin typeface="+mn-lt"/>
              </a:defRPr>
            </a:lvl5pPr>
            <a:lvl6pPr marL="0" indent="0">
              <a:buNone/>
              <a:defRPr sz="4800"/>
            </a:lvl6pPr>
          </a:lstStyle>
          <a:p>
            <a:pPr lvl="0"/>
            <a:r>
              <a:rPr lang="en-US"/>
              <a:t>Add subtitle or date (DD.MM.YYYY)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2543A39-AFAF-48FC-480B-6EE884AB7D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1331277"/>
            <a:ext cx="7577140" cy="2173288"/>
          </a:xfrm>
        </p:spPr>
        <p:txBody>
          <a:bodyPr anchor="ctr" anchorCtr="0">
            <a:noAutofit/>
          </a:bodyPr>
          <a:lstStyle>
            <a:lvl1pPr algn="l">
              <a:defRPr sz="4800"/>
            </a:lvl1pPr>
          </a:lstStyle>
          <a:p>
            <a:r>
              <a:rPr lang="en-US"/>
              <a:t>Add Title</a:t>
            </a:r>
          </a:p>
        </p:txBody>
      </p:sp>
      <p:pic>
        <p:nvPicPr>
          <p:cNvPr id="180249190" name="Logo" descr="{&quot;templafy&quot;:{&quot;id&quot;:&quot;1ff7e3b0-6cc5-4ee3-8a27-02871c6d243a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4" y="269875"/>
            <a:ext cx="2253600" cy="77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29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2544" userDrawn="1">
          <p15:clr>
            <a:srgbClr val="FF96FF"/>
          </p15:clr>
        </p15:guide>
        <p15:guide id="7" pos="2680" userDrawn="1">
          <p15:clr>
            <a:srgbClr val="FF96FF"/>
          </p15:clr>
        </p15:guide>
        <p15:guide id="8" pos="4999" userDrawn="1">
          <p15:clr>
            <a:srgbClr val="FF96FF"/>
          </p15:clr>
        </p15:guide>
        <p15:guide id="9" pos="5135" userDrawn="1">
          <p15:clr>
            <a:srgbClr val="FF96FF"/>
          </p15:clr>
        </p15:guide>
        <p15:guide id="10" pos="7453" userDrawn="1">
          <p15:clr>
            <a:srgbClr val="FF96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B94182E6-4E4D-4619-8935-1EE0C5AA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2B9C8B6-8205-4C76-A8B3-6A0AD901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2">
            <a:extLst>
              <a:ext uri="{FF2B5EF4-FFF2-40B4-BE49-F238E27FC236}">
                <a16:creationId xmlns:a16="http://schemas.microsoft.com/office/drawing/2014/main" id="{A93C9196-E8C7-4685-95CA-36E3A9290921}"/>
              </a:ext>
            </a:extLst>
          </p:cNvPr>
          <p:cNvCxnSpPr>
            <a:cxnSpLocks/>
          </p:cNvCxnSpPr>
          <p:nvPr userDrawn="1"/>
        </p:nvCxnSpPr>
        <p:spPr>
          <a:xfrm>
            <a:off x="358775" y="6104211"/>
            <a:ext cx="562958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">
            <a:extLst>
              <a:ext uri="{FF2B5EF4-FFF2-40B4-BE49-F238E27FC236}">
                <a16:creationId xmlns:a16="http://schemas.microsoft.com/office/drawing/2014/main" id="{0E7FA34B-EEB9-42C9-AD58-5C7F04D424F0}"/>
              </a:ext>
            </a:extLst>
          </p:cNvPr>
          <p:cNvCxnSpPr>
            <a:cxnSpLocks/>
          </p:cNvCxnSpPr>
          <p:nvPr userDrawn="1"/>
        </p:nvCxnSpPr>
        <p:spPr>
          <a:xfrm>
            <a:off x="358775" y="1363482"/>
            <a:ext cx="562958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">
            <a:extLst>
              <a:ext uri="{FF2B5EF4-FFF2-40B4-BE49-F238E27FC236}">
                <a16:creationId xmlns:a16="http://schemas.microsoft.com/office/drawing/2014/main" id="{7001D27A-CE9D-4509-A7FC-7A259D47B68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0000" y="1584000"/>
            <a:ext cx="5626800" cy="4330800"/>
          </a:xfrm>
        </p:spPr>
        <p:txBody>
          <a:bodyPr numCol="1"/>
          <a:lstStyle>
            <a:lvl1pPr marL="447675" indent="-447675">
              <a:buFont typeface="+mj-lt"/>
              <a:buAutoNum type="arabicPeriod"/>
              <a:defRPr/>
            </a:lvl1pPr>
            <a:lvl2pPr marL="447675" indent="0">
              <a:buFont typeface="Arial" panose="020B0604020202020204" pitchFamily="34" charset="0"/>
              <a:buNone/>
              <a:defRPr/>
            </a:lvl2pPr>
            <a:lvl3pPr marL="447675" indent="0">
              <a:buFont typeface="Arial" panose="020B0604020202020204" pitchFamily="34" charset="0"/>
              <a:buNone/>
              <a:defRPr sz="2000"/>
            </a:lvl3pPr>
            <a:lvl4pPr marL="447675" indent="0">
              <a:buFont typeface="Arial" panose="020B0604020202020204" pitchFamily="34" charset="0"/>
              <a:buNone/>
              <a:defRPr sz="2000"/>
            </a:lvl4pPr>
            <a:lvl5pPr marL="447675" indent="0">
              <a:buFont typeface="Arial" panose="020B0604020202020204" pitchFamily="34" charset="0"/>
              <a:buNone/>
              <a:defRPr sz="2000"/>
            </a:lvl5pPr>
          </a:lstStyle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7048EB2-14C5-4D54-C5AE-9B98E2A989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93967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1941285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3771" userDrawn="1">
          <p15:clr>
            <a:srgbClr val="FF96FF"/>
          </p15:clr>
        </p15:guide>
        <p15:guide id="7" pos="3908" userDrawn="1">
          <p15:clr>
            <a:srgbClr val="FF96FF"/>
          </p15:clr>
        </p15:guide>
        <p15:guide id="8" pos="7453" userDrawn="1">
          <p15:clr>
            <a:srgbClr val="FF96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3">
            <a:extLst>
              <a:ext uri="{FF2B5EF4-FFF2-40B4-BE49-F238E27FC236}">
                <a16:creationId xmlns:a16="http://schemas.microsoft.com/office/drawing/2014/main" id="{380BEBCB-F8C9-CDB4-9C27-14716CC871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717962" y="4099090"/>
            <a:ext cx="3474038" cy="275891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90287DF-CB16-7698-7F02-779B8036E89F}"/>
              </a:ext>
            </a:extLst>
          </p:cNvPr>
          <p:cNvGrpSpPr/>
          <p:nvPr userDrawn="1"/>
        </p:nvGrpSpPr>
        <p:grpSpPr>
          <a:xfrm>
            <a:off x="2873206" y="4679388"/>
            <a:ext cx="7288541" cy="2184708"/>
            <a:chOff x="2873206" y="4679388"/>
            <a:chExt cx="7288541" cy="2184708"/>
          </a:xfrm>
        </p:grpSpPr>
        <p:pic>
          <p:nvPicPr>
            <p:cNvPr id="9" name="Graphic 2">
              <a:extLst>
                <a:ext uri="{FF2B5EF4-FFF2-40B4-BE49-F238E27FC236}">
                  <a16:creationId xmlns:a16="http://schemas.microsoft.com/office/drawing/2014/main" id="{414BFE9F-2063-7347-3508-A432644DF9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r="82379" b="31137"/>
            <a:stretch/>
          </p:blipFill>
          <p:spPr>
            <a:xfrm rot="10800000" flipV="1">
              <a:off x="9074585" y="4679388"/>
              <a:ext cx="1087162" cy="2184708"/>
            </a:xfrm>
            <a:prstGeom prst="rect">
              <a:avLst/>
            </a:prstGeom>
          </p:spPr>
        </p:pic>
        <p:pic>
          <p:nvPicPr>
            <p:cNvPr id="8" name="Graphic 2">
              <a:extLst>
                <a:ext uri="{FF2B5EF4-FFF2-40B4-BE49-F238E27FC236}">
                  <a16:creationId xmlns:a16="http://schemas.microsoft.com/office/drawing/2014/main" id="{AEAE26FA-F74F-AB76-2E44-4446B953B9C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b="35665"/>
            <a:stretch/>
          </p:blipFill>
          <p:spPr>
            <a:xfrm rot="10800000" flipH="1" flipV="1">
              <a:off x="2873206" y="4823036"/>
              <a:ext cx="6169891" cy="2041060"/>
            </a:xfrm>
            <a:prstGeom prst="rect">
              <a:avLst/>
            </a:prstGeom>
          </p:spPr>
        </p:pic>
      </p:grpSp>
      <p:cxnSp>
        <p:nvCxnSpPr>
          <p:cNvPr id="14" name="Straight Connector 2">
            <a:extLst>
              <a:ext uri="{FF2B5EF4-FFF2-40B4-BE49-F238E27FC236}">
                <a16:creationId xmlns:a16="http://schemas.microsoft.com/office/drawing/2014/main" id="{A93C9196-E8C7-4685-95CA-36E3A9290921}"/>
              </a:ext>
            </a:extLst>
          </p:cNvPr>
          <p:cNvCxnSpPr>
            <a:cxnSpLocks/>
          </p:cNvCxnSpPr>
          <p:nvPr userDrawn="1"/>
        </p:nvCxnSpPr>
        <p:spPr>
          <a:xfrm>
            <a:off x="358775" y="6104211"/>
            <a:ext cx="562958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">
            <a:extLst>
              <a:ext uri="{FF2B5EF4-FFF2-40B4-BE49-F238E27FC236}">
                <a16:creationId xmlns:a16="http://schemas.microsoft.com/office/drawing/2014/main" id="{0E7FA34B-EEB9-42C9-AD58-5C7F04D424F0}"/>
              </a:ext>
            </a:extLst>
          </p:cNvPr>
          <p:cNvCxnSpPr>
            <a:cxnSpLocks/>
          </p:cNvCxnSpPr>
          <p:nvPr userDrawn="1"/>
        </p:nvCxnSpPr>
        <p:spPr>
          <a:xfrm>
            <a:off x="358775" y="1363482"/>
            <a:ext cx="562958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">
            <a:extLst>
              <a:ext uri="{FF2B5EF4-FFF2-40B4-BE49-F238E27FC236}">
                <a16:creationId xmlns:a16="http://schemas.microsoft.com/office/drawing/2014/main" id="{7001D27A-CE9D-4509-A7FC-7A259D47B68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0000" y="1584000"/>
            <a:ext cx="5626800" cy="4330800"/>
          </a:xfrm>
        </p:spPr>
        <p:txBody>
          <a:bodyPr numCol="1"/>
          <a:lstStyle>
            <a:lvl1pPr marL="447675" indent="-447675">
              <a:buFont typeface="+mj-lt"/>
              <a:buAutoNum type="arabicPeriod"/>
              <a:defRPr/>
            </a:lvl1pPr>
            <a:lvl2pPr marL="447675" indent="0">
              <a:buFont typeface="Arial" panose="020B0604020202020204" pitchFamily="34" charset="0"/>
              <a:buNone/>
              <a:defRPr/>
            </a:lvl2pPr>
            <a:lvl3pPr marL="447675" indent="0">
              <a:buFont typeface="Arial" panose="020B0604020202020204" pitchFamily="34" charset="0"/>
              <a:buNone/>
              <a:defRPr sz="2000"/>
            </a:lvl3pPr>
            <a:lvl4pPr marL="447675" indent="0">
              <a:buFont typeface="Arial" panose="020B0604020202020204" pitchFamily="34" charset="0"/>
              <a:buNone/>
              <a:defRPr sz="2000"/>
            </a:lvl4pPr>
            <a:lvl5pPr marL="447675" indent="0">
              <a:buFont typeface="Arial" panose="020B0604020202020204" pitchFamily="34" charset="0"/>
              <a:buNone/>
              <a:defRPr sz="2000"/>
            </a:lvl5pPr>
          </a:lstStyle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7048EB2-14C5-4D54-C5AE-9B98E2A989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93967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  <p:pic>
        <p:nvPicPr>
          <p:cNvPr id="4" name="Graphic 2">
            <a:extLst>
              <a:ext uri="{FF2B5EF4-FFF2-40B4-BE49-F238E27FC236}">
                <a16:creationId xmlns:a16="http://schemas.microsoft.com/office/drawing/2014/main" id="{DF0A7A7A-0FAE-DCC6-EBF1-9E09287AE5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>
            <a:off x="6022109" y="0"/>
            <a:ext cx="6169891" cy="3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49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26">
          <p15:clr>
            <a:srgbClr val="FF96FF"/>
          </p15:clr>
        </p15:guide>
        <p15:guide id="6" pos="3771">
          <p15:clr>
            <a:srgbClr val="FF96FF"/>
          </p15:clr>
        </p15:guide>
        <p15:guide id="7" pos="3908">
          <p15:clr>
            <a:srgbClr val="FF96FF"/>
          </p15:clr>
        </p15:guide>
        <p15:guide id="8" pos="7453">
          <p15:clr>
            <a:srgbClr val="FF96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1162198B-863F-CAC0-3909-15ADFAD4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700" y="6203950"/>
            <a:ext cx="897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1D015C5-D629-85EC-B047-C9844ED6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7950" y="6203950"/>
            <a:ext cx="690562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1837570351" name="Logo" descr="{&quot;templafy&quot;:{&quot;id&quot;:&quot;5db0a5d8-5622-4f83-b75a-66b12b04f43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427332"/>
            <a:ext cx="1623600" cy="149834"/>
          </a:xfrm>
          <a:prstGeom prst="rect">
            <a:avLst/>
          </a:prstGeom>
        </p:spPr>
      </p:pic>
      <p:cxnSp>
        <p:nvCxnSpPr>
          <p:cNvPr id="4" name="Straight Connector 2">
            <a:extLst>
              <a:ext uri="{FF2B5EF4-FFF2-40B4-BE49-F238E27FC236}">
                <a16:creationId xmlns:a16="http://schemas.microsoft.com/office/drawing/2014/main" id="{EF0B9594-3388-FD92-C0EB-A9860DDF02ED}"/>
              </a:ext>
            </a:extLst>
          </p:cNvPr>
          <p:cNvCxnSpPr>
            <a:cxnSpLocks/>
          </p:cNvCxnSpPr>
          <p:nvPr userDrawn="1"/>
        </p:nvCxnSpPr>
        <p:spPr>
          <a:xfrm>
            <a:off x="358775" y="6104211"/>
            <a:ext cx="562958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">
            <a:extLst>
              <a:ext uri="{FF2B5EF4-FFF2-40B4-BE49-F238E27FC236}">
                <a16:creationId xmlns:a16="http://schemas.microsoft.com/office/drawing/2014/main" id="{28803C80-7CB2-92EB-A7B0-01E5FEBF4767}"/>
              </a:ext>
            </a:extLst>
          </p:cNvPr>
          <p:cNvCxnSpPr>
            <a:cxnSpLocks/>
          </p:cNvCxnSpPr>
          <p:nvPr userDrawn="1"/>
        </p:nvCxnSpPr>
        <p:spPr>
          <a:xfrm>
            <a:off x="358775" y="1363482"/>
            <a:ext cx="562958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D3037CC5-F003-D0BD-A14D-852B92149F9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0000" y="1584000"/>
            <a:ext cx="5626800" cy="4330800"/>
          </a:xfrm>
        </p:spPr>
        <p:txBody>
          <a:bodyPr numCol="1"/>
          <a:lstStyle>
            <a:lvl1pPr marL="447675" indent="-447675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447675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447675" indent="0">
              <a:buFont typeface="Arial" panose="020B0604020202020204" pitchFamily="34" charset="0"/>
              <a:buNone/>
              <a:defRPr sz="2000"/>
            </a:lvl3pPr>
            <a:lvl4pPr marL="447675" indent="0">
              <a:buFont typeface="Arial" panose="020B0604020202020204" pitchFamily="34" charset="0"/>
              <a:buNone/>
              <a:defRPr sz="2000"/>
            </a:lvl4pPr>
            <a:lvl5pPr marL="447675" indent="0">
              <a:buFont typeface="Arial" panose="020B0604020202020204" pitchFamily="34" charset="0"/>
              <a:buNone/>
              <a:defRPr sz="2000"/>
            </a:lvl5pPr>
          </a:lstStyle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2BBE512A-0EC8-2618-04B8-A868863A5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9396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567136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26">
          <p15:clr>
            <a:srgbClr val="FF96FF"/>
          </p15:clr>
        </p15:guide>
        <p15:guide id="6" pos="7453">
          <p15:clr>
            <a:srgbClr val="FF96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1162198B-863F-CAC0-3909-15ADFAD4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700" y="6203950"/>
            <a:ext cx="897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1D015C5-D629-85EC-B047-C9844ED6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7950" y="6203950"/>
            <a:ext cx="690562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1191094423" name="Logo" descr="{&quot;templafy&quot;:{&quot;id&quot;:&quot;6b05dd44-314e-4f44-9b16-7fa51470b84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427332"/>
            <a:ext cx="1623600" cy="149834"/>
          </a:xfrm>
          <a:prstGeom prst="rect">
            <a:avLst/>
          </a:prstGeom>
        </p:spPr>
      </p:pic>
      <p:cxnSp>
        <p:nvCxnSpPr>
          <p:cNvPr id="4" name="Straight Connector 2">
            <a:extLst>
              <a:ext uri="{FF2B5EF4-FFF2-40B4-BE49-F238E27FC236}">
                <a16:creationId xmlns:a16="http://schemas.microsoft.com/office/drawing/2014/main" id="{EF0B9594-3388-FD92-C0EB-A9860DDF02ED}"/>
              </a:ext>
            </a:extLst>
          </p:cNvPr>
          <p:cNvCxnSpPr>
            <a:cxnSpLocks/>
          </p:cNvCxnSpPr>
          <p:nvPr userDrawn="1"/>
        </p:nvCxnSpPr>
        <p:spPr>
          <a:xfrm>
            <a:off x="358775" y="6104211"/>
            <a:ext cx="562958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">
            <a:extLst>
              <a:ext uri="{FF2B5EF4-FFF2-40B4-BE49-F238E27FC236}">
                <a16:creationId xmlns:a16="http://schemas.microsoft.com/office/drawing/2014/main" id="{28803C80-7CB2-92EB-A7B0-01E5FEBF4767}"/>
              </a:ext>
            </a:extLst>
          </p:cNvPr>
          <p:cNvCxnSpPr>
            <a:cxnSpLocks/>
          </p:cNvCxnSpPr>
          <p:nvPr userDrawn="1"/>
        </p:nvCxnSpPr>
        <p:spPr>
          <a:xfrm>
            <a:off x="358775" y="1363482"/>
            <a:ext cx="562958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741E37F3-B9FC-159B-EC31-E6D720297E9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0000" y="1584000"/>
            <a:ext cx="5626800" cy="4330800"/>
          </a:xfrm>
        </p:spPr>
        <p:txBody>
          <a:bodyPr numCol="1"/>
          <a:lstStyle>
            <a:lvl1pPr marL="447675" indent="-447675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447675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447675" indent="0">
              <a:buFont typeface="Arial" panose="020B0604020202020204" pitchFamily="34" charset="0"/>
              <a:buNone/>
              <a:defRPr sz="2000"/>
            </a:lvl3pPr>
            <a:lvl4pPr marL="447675" indent="0">
              <a:buFont typeface="Arial" panose="020B0604020202020204" pitchFamily="34" charset="0"/>
              <a:buNone/>
              <a:defRPr sz="2000"/>
            </a:lvl4pPr>
            <a:lvl5pPr marL="447675" indent="0">
              <a:buFont typeface="Arial" panose="020B0604020202020204" pitchFamily="34" charset="0"/>
              <a:buNone/>
              <a:defRPr sz="2000"/>
            </a:lvl5pPr>
          </a:lstStyle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2BBE512A-0EC8-2618-04B8-A868863A5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9396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4122003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26">
          <p15:clr>
            <a:srgbClr val="FF96FF"/>
          </p15:clr>
        </p15:guide>
        <p15:guide id="6" pos="7453">
          <p15:clr>
            <a:srgbClr val="FF96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Yellow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162198B-863F-CAC0-3909-15ADFAD4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700" y="6203950"/>
            <a:ext cx="8973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1D015C5-D629-85EC-B047-C9844ED6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7950" y="6203950"/>
            <a:ext cx="6905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2071574622" name="Logo" descr="{&quot;templafy&quot;:{&quot;id&quot;:&quot;5e7c88fa-d067-4d2d-881f-a102b396e6f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427332"/>
            <a:ext cx="1623600" cy="150433"/>
          </a:xfrm>
          <a:prstGeom prst="rect">
            <a:avLst/>
          </a:prstGeom>
        </p:spPr>
      </p:pic>
      <p:cxnSp>
        <p:nvCxnSpPr>
          <p:cNvPr id="4" name="Straight Connector 2">
            <a:extLst>
              <a:ext uri="{FF2B5EF4-FFF2-40B4-BE49-F238E27FC236}">
                <a16:creationId xmlns:a16="http://schemas.microsoft.com/office/drawing/2014/main" id="{EF0B9594-3388-FD92-C0EB-A9860DDF02ED}"/>
              </a:ext>
            </a:extLst>
          </p:cNvPr>
          <p:cNvCxnSpPr>
            <a:cxnSpLocks/>
          </p:cNvCxnSpPr>
          <p:nvPr userDrawn="1"/>
        </p:nvCxnSpPr>
        <p:spPr>
          <a:xfrm>
            <a:off x="358775" y="6104211"/>
            <a:ext cx="562958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">
            <a:extLst>
              <a:ext uri="{FF2B5EF4-FFF2-40B4-BE49-F238E27FC236}">
                <a16:creationId xmlns:a16="http://schemas.microsoft.com/office/drawing/2014/main" id="{28803C80-7CB2-92EB-A7B0-01E5FEBF4767}"/>
              </a:ext>
            </a:extLst>
          </p:cNvPr>
          <p:cNvCxnSpPr>
            <a:cxnSpLocks/>
          </p:cNvCxnSpPr>
          <p:nvPr userDrawn="1"/>
        </p:nvCxnSpPr>
        <p:spPr>
          <a:xfrm>
            <a:off x="358775" y="1363482"/>
            <a:ext cx="562958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9D38415B-D3E9-280B-8A8D-C1BD19AC66D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0000" y="1584000"/>
            <a:ext cx="5626800" cy="4330800"/>
          </a:xfrm>
        </p:spPr>
        <p:txBody>
          <a:bodyPr numCol="1"/>
          <a:lstStyle>
            <a:lvl1pPr marL="447675" indent="-447675">
              <a:buFont typeface="+mj-lt"/>
              <a:buAutoNum type="arabicPeriod"/>
              <a:defRPr/>
            </a:lvl1pPr>
            <a:lvl2pPr marL="447675" indent="0">
              <a:buFont typeface="Arial" panose="020B0604020202020204" pitchFamily="34" charset="0"/>
              <a:buNone/>
              <a:defRPr/>
            </a:lvl2pPr>
            <a:lvl3pPr marL="447675" indent="0">
              <a:buFont typeface="Arial" panose="020B0604020202020204" pitchFamily="34" charset="0"/>
              <a:buNone/>
              <a:defRPr sz="2000"/>
            </a:lvl3pPr>
            <a:lvl4pPr marL="447675" indent="0">
              <a:buFont typeface="Arial" panose="020B0604020202020204" pitchFamily="34" charset="0"/>
              <a:buNone/>
              <a:defRPr sz="2000"/>
            </a:lvl4pPr>
            <a:lvl5pPr marL="447675" indent="0">
              <a:buFont typeface="Arial" panose="020B0604020202020204" pitchFamily="34" charset="0"/>
              <a:buNone/>
              <a:defRPr sz="2000"/>
            </a:lvl5pPr>
          </a:lstStyle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2BBE512A-0EC8-2618-04B8-A868863A5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93967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2110726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26">
          <p15:clr>
            <a:srgbClr val="FF96FF"/>
          </p15:clr>
        </p15:guide>
        <p15:guide id="6" pos="7453">
          <p15:clr>
            <a:srgbClr val="FF96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1162198B-863F-CAC0-3909-15ADFAD4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700" y="6203950"/>
            <a:ext cx="897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1D015C5-D629-85EC-B047-C9844ED68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7950" y="6203950"/>
            <a:ext cx="690562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1268595126" name="Logo" descr="{&quot;templafy&quot;:{&quot;id&quot;:&quot;071143f8-872e-454c-8cbe-975ec7f0ab5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427332"/>
            <a:ext cx="1623600" cy="149834"/>
          </a:xfrm>
          <a:prstGeom prst="rect">
            <a:avLst/>
          </a:prstGeom>
        </p:spPr>
      </p:pic>
      <p:cxnSp>
        <p:nvCxnSpPr>
          <p:cNvPr id="4" name="Straight Connector 2">
            <a:extLst>
              <a:ext uri="{FF2B5EF4-FFF2-40B4-BE49-F238E27FC236}">
                <a16:creationId xmlns:a16="http://schemas.microsoft.com/office/drawing/2014/main" id="{EF0B9594-3388-FD92-C0EB-A9860DDF02ED}"/>
              </a:ext>
            </a:extLst>
          </p:cNvPr>
          <p:cNvCxnSpPr>
            <a:cxnSpLocks/>
          </p:cNvCxnSpPr>
          <p:nvPr userDrawn="1"/>
        </p:nvCxnSpPr>
        <p:spPr>
          <a:xfrm>
            <a:off x="358775" y="6104211"/>
            <a:ext cx="562958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">
            <a:extLst>
              <a:ext uri="{FF2B5EF4-FFF2-40B4-BE49-F238E27FC236}">
                <a16:creationId xmlns:a16="http://schemas.microsoft.com/office/drawing/2014/main" id="{28803C80-7CB2-92EB-A7B0-01E5FEBF4767}"/>
              </a:ext>
            </a:extLst>
          </p:cNvPr>
          <p:cNvCxnSpPr>
            <a:cxnSpLocks/>
          </p:cNvCxnSpPr>
          <p:nvPr userDrawn="1"/>
        </p:nvCxnSpPr>
        <p:spPr>
          <a:xfrm>
            <a:off x="358775" y="1363482"/>
            <a:ext cx="562958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">
            <a:extLst>
              <a:ext uri="{FF2B5EF4-FFF2-40B4-BE49-F238E27FC236}">
                <a16:creationId xmlns:a16="http://schemas.microsoft.com/office/drawing/2014/main" id="{FFD561B4-2D87-AB9B-F044-72F5F50C66B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0000" y="1584000"/>
            <a:ext cx="5626800" cy="4330800"/>
          </a:xfrm>
        </p:spPr>
        <p:txBody>
          <a:bodyPr numCol="1"/>
          <a:lstStyle>
            <a:lvl1pPr marL="447675" indent="-447675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447675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447675" indent="0">
              <a:buFont typeface="Arial" panose="020B0604020202020204" pitchFamily="34" charset="0"/>
              <a:buNone/>
              <a:defRPr sz="2000"/>
            </a:lvl3pPr>
            <a:lvl4pPr marL="447675" indent="0">
              <a:buFont typeface="Arial" panose="020B0604020202020204" pitchFamily="34" charset="0"/>
              <a:buNone/>
              <a:defRPr sz="2000"/>
            </a:lvl4pPr>
            <a:lvl5pPr marL="447675" indent="0">
              <a:buFont typeface="Arial" panose="020B0604020202020204" pitchFamily="34" charset="0"/>
              <a:buNone/>
              <a:defRPr sz="2000"/>
            </a:lvl5pPr>
          </a:lstStyle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  <a:p>
            <a:r>
              <a:rPr lang="en-US"/>
              <a:t>Section title</a:t>
            </a:r>
          </a:p>
          <a:p>
            <a:pPr lvl="1"/>
            <a:r>
              <a:rPr lang="en-US"/>
              <a:t>Additional information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2BBE512A-0EC8-2618-04B8-A868863A5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9396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3989968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26">
          <p15:clr>
            <a:srgbClr val="FF96FF"/>
          </p15:clr>
        </p15:guide>
        <p15:guide id="6" pos="7453">
          <p15:clr>
            <a:srgbClr val="FF96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1474F944-E8C6-42B1-BCB7-CBEBD0FB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4725F519-C6D4-F1C8-FA65-F5ECAB2C4A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429000"/>
            <a:ext cx="7577138" cy="1620000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 sz="4800">
                <a:latin typeface="+mn-lt"/>
              </a:defRPr>
            </a:lvl2pPr>
            <a:lvl3pPr marL="0" indent="0">
              <a:buNone/>
              <a:defRPr sz="4800">
                <a:latin typeface="+mn-lt"/>
              </a:defRPr>
            </a:lvl3pPr>
            <a:lvl4pPr marL="0" indent="0">
              <a:buNone/>
              <a:defRPr sz="4800">
                <a:latin typeface="+mn-lt"/>
              </a:defRPr>
            </a:lvl4pPr>
            <a:lvl5pPr marL="0" indent="0">
              <a:buNone/>
              <a:defRPr sz="4800">
                <a:latin typeface="+mn-lt"/>
              </a:defRPr>
            </a:lvl5pPr>
            <a:lvl6pPr marL="0" indent="0">
              <a:buNone/>
              <a:defRPr sz="4800"/>
            </a:lvl6pPr>
          </a:lstStyle>
          <a:p>
            <a:pPr lvl="0"/>
            <a:r>
              <a:rPr lang="en-US"/>
              <a:t>Add section subtitle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7EC0FF88-F985-ADDD-750D-D7AA72C69D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1798637"/>
            <a:ext cx="7577140" cy="1630363"/>
          </a:xfrm>
        </p:spPr>
        <p:txBody>
          <a:bodyPr anchor="ctr" anchorCtr="0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39708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7453" userDrawn="1">
          <p15:clr>
            <a:srgbClr val="FF96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">
            <a:extLst>
              <a:ext uri="{FF2B5EF4-FFF2-40B4-BE49-F238E27FC236}">
                <a16:creationId xmlns:a16="http://schemas.microsoft.com/office/drawing/2014/main" id="{D9E8BF1D-2C63-8E21-42DB-DADB21EA6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717962" y="4099090"/>
            <a:ext cx="3474038" cy="2758910"/>
          </a:xfrm>
          <a:prstGeom prst="rect">
            <a:avLst/>
          </a:prstGeom>
        </p:spPr>
      </p:pic>
      <p:pic>
        <p:nvPicPr>
          <p:cNvPr id="13" name="Graphic 2">
            <a:extLst>
              <a:ext uri="{FF2B5EF4-FFF2-40B4-BE49-F238E27FC236}">
                <a16:creationId xmlns:a16="http://schemas.microsoft.com/office/drawing/2014/main" id="{DF43B82F-25EC-B048-6B18-298AA5C952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3132"/>
          <a:stretch/>
        </p:blipFill>
        <p:spPr>
          <a:xfrm rot="10800000" flipH="1">
            <a:off x="6832337" y="0"/>
            <a:ext cx="5359663" cy="3172532"/>
          </a:xfrm>
          <a:prstGeom prst="rect">
            <a:avLst/>
          </a:prstGeom>
        </p:spPr>
      </p:pic>
      <p:pic>
        <p:nvPicPr>
          <p:cNvPr id="11" name="Graphic 1">
            <a:extLst>
              <a:ext uri="{FF2B5EF4-FFF2-40B4-BE49-F238E27FC236}">
                <a16:creationId xmlns:a16="http://schemas.microsoft.com/office/drawing/2014/main" id="{E23CB807-D63F-501A-F26B-8B01C6C9C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44316"/>
          <a:stretch/>
        </p:blipFill>
        <p:spPr>
          <a:xfrm rot="10800000" flipV="1">
            <a:off x="1161" y="5091433"/>
            <a:ext cx="6169891" cy="1766567"/>
          </a:xfrm>
          <a:prstGeom prst="rect">
            <a:avLst/>
          </a:prstGeom>
        </p:spPr>
      </p:pic>
      <p:pic>
        <p:nvPicPr>
          <p:cNvPr id="374978905" name="Logo" descr="{&quot;templafy&quot;:{&quot;id&quot;:&quot;5331917d-7194-4c10-aab3-40991e160bdc&quot;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000" y="6427332"/>
            <a:ext cx="1623600" cy="150433"/>
          </a:xfrm>
          <a:prstGeom prst="rect">
            <a:avLst/>
          </a:prstGeom>
        </p:spPr>
      </p:pic>
      <p:sp>
        <p:nvSpPr>
          <p:cNvPr id="8" name="Subtitle">
            <a:extLst>
              <a:ext uri="{FF2B5EF4-FFF2-40B4-BE49-F238E27FC236}">
                <a16:creationId xmlns:a16="http://schemas.microsoft.com/office/drawing/2014/main" id="{1F1785A2-3388-8DD0-5D42-21303BE223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429000"/>
            <a:ext cx="7577138" cy="1620000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 sz="4800">
                <a:latin typeface="+mn-lt"/>
              </a:defRPr>
            </a:lvl2pPr>
            <a:lvl3pPr marL="0" indent="0">
              <a:buNone/>
              <a:defRPr sz="4800">
                <a:latin typeface="+mn-lt"/>
              </a:defRPr>
            </a:lvl3pPr>
            <a:lvl4pPr marL="0" indent="0">
              <a:buNone/>
              <a:defRPr sz="4800">
                <a:latin typeface="+mn-lt"/>
              </a:defRPr>
            </a:lvl4pPr>
            <a:lvl5pPr marL="0" indent="0">
              <a:buNone/>
              <a:defRPr sz="4800">
                <a:latin typeface="+mn-lt"/>
              </a:defRPr>
            </a:lvl5pPr>
            <a:lvl6pPr marL="0" indent="0">
              <a:buNone/>
              <a:defRPr sz="4800"/>
            </a:lvl6pPr>
          </a:lstStyle>
          <a:p>
            <a:pPr lvl="0"/>
            <a:r>
              <a:rPr lang="en-US"/>
              <a:t>Add section 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0F11DF99-32FF-3455-A16F-CFEADF6781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1798637"/>
            <a:ext cx="7577140" cy="1630363"/>
          </a:xfrm>
        </p:spPr>
        <p:txBody>
          <a:bodyPr anchor="ctr" anchorCtr="0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08505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7453" userDrawn="1">
          <p15:clr>
            <a:srgbClr val="FF96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314260" name="Logo" descr="{&quot;templafy&quot;:{&quot;id&quot;:&quot;d0bf1b2c-9b74-496f-be4b-f8b354b5f0b3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427332"/>
            <a:ext cx="1623600" cy="149834"/>
          </a:xfrm>
          <a:prstGeom prst="rect">
            <a:avLst/>
          </a:prstGeom>
        </p:spPr>
      </p:pic>
      <p:sp>
        <p:nvSpPr>
          <p:cNvPr id="2" name="Subtitle">
            <a:extLst>
              <a:ext uri="{FF2B5EF4-FFF2-40B4-BE49-F238E27FC236}">
                <a16:creationId xmlns:a16="http://schemas.microsoft.com/office/drawing/2014/main" id="{E1478291-93B3-295B-9523-6F504E7E2C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429000"/>
            <a:ext cx="7577138" cy="1620000"/>
          </a:xfrm>
        </p:spPr>
        <p:txBody>
          <a:bodyPr/>
          <a:lstStyle>
            <a:lvl1pPr marL="0" indent="0"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 sz="4800">
                <a:latin typeface="+mn-lt"/>
              </a:defRPr>
            </a:lvl2pPr>
            <a:lvl3pPr marL="0" indent="0">
              <a:buNone/>
              <a:defRPr sz="4800">
                <a:latin typeface="+mn-lt"/>
              </a:defRPr>
            </a:lvl3pPr>
            <a:lvl4pPr marL="0" indent="0">
              <a:buNone/>
              <a:defRPr sz="4800">
                <a:latin typeface="+mn-lt"/>
              </a:defRPr>
            </a:lvl4pPr>
            <a:lvl5pPr marL="0" indent="0">
              <a:buNone/>
              <a:defRPr sz="4800">
                <a:latin typeface="+mn-lt"/>
              </a:defRPr>
            </a:lvl5pPr>
            <a:lvl6pPr marL="0" indent="0">
              <a:buNone/>
              <a:defRPr sz="4800"/>
            </a:lvl6pPr>
          </a:lstStyle>
          <a:p>
            <a:pPr lvl="0"/>
            <a:r>
              <a:rPr lang="en-US"/>
              <a:t>Add section subtitle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307AAEF-60B2-6C2B-0478-A46522BCC3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1798637"/>
            <a:ext cx="7577140" cy="1630363"/>
          </a:xfrm>
        </p:spPr>
        <p:txBody>
          <a:bodyPr anchor="ctr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Add Section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7F906CA-191A-9E48-F2F3-A1276C1B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700" y="6203950"/>
            <a:ext cx="897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36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26">
          <p15:clr>
            <a:srgbClr val="FF96FF"/>
          </p15:clr>
        </p15:guide>
        <p15:guide id="6" pos="7453">
          <p15:clr>
            <a:srgbClr val="FF96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271157" name="Logo" descr="{&quot;templafy&quot;:{&quot;id&quot;:&quot;db5c3a06-54a4-4554-b3cb-9f1f031c7f21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427332"/>
            <a:ext cx="1623600" cy="149834"/>
          </a:xfrm>
          <a:prstGeom prst="rect">
            <a:avLst/>
          </a:prstGeom>
        </p:spPr>
      </p:pic>
      <p:sp>
        <p:nvSpPr>
          <p:cNvPr id="2" name="Subtitle">
            <a:extLst>
              <a:ext uri="{FF2B5EF4-FFF2-40B4-BE49-F238E27FC236}">
                <a16:creationId xmlns:a16="http://schemas.microsoft.com/office/drawing/2014/main" id="{4BFFA987-EE36-893D-F744-E6E6A35E5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429000"/>
            <a:ext cx="7577138" cy="1620000"/>
          </a:xfrm>
        </p:spPr>
        <p:txBody>
          <a:bodyPr/>
          <a:lstStyle>
            <a:lvl1pPr marL="0" indent="0"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 sz="4800">
                <a:latin typeface="+mn-lt"/>
              </a:defRPr>
            </a:lvl2pPr>
            <a:lvl3pPr marL="0" indent="0">
              <a:buNone/>
              <a:defRPr sz="4800">
                <a:latin typeface="+mn-lt"/>
              </a:defRPr>
            </a:lvl3pPr>
            <a:lvl4pPr marL="0" indent="0">
              <a:buNone/>
              <a:defRPr sz="4800">
                <a:latin typeface="+mn-lt"/>
              </a:defRPr>
            </a:lvl4pPr>
            <a:lvl5pPr marL="0" indent="0">
              <a:buNone/>
              <a:defRPr sz="4800">
                <a:latin typeface="+mn-lt"/>
              </a:defRPr>
            </a:lvl5pPr>
            <a:lvl6pPr marL="0" indent="0">
              <a:buNone/>
              <a:defRPr sz="4800"/>
            </a:lvl6pPr>
          </a:lstStyle>
          <a:p>
            <a:pPr lvl="0"/>
            <a:r>
              <a:rPr lang="en-US"/>
              <a:t>Add section subtitle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18E49C7B-0525-548F-330F-DF474F073A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1798637"/>
            <a:ext cx="7577140" cy="1630363"/>
          </a:xfrm>
        </p:spPr>
        <p:txBody>
          <a:bodyPr anchor="ctr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Add Section Title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0F7644BA-2285-6331-A9B3-9913F68C3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700" y="6203950"/>
            <a:ext cx="897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41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26">
          <p15:clr>
            <a:srgbClr val="FF96FF"/>
          </p15:clr>
        </p15:guide>
        <p15:guide id="6" pos="7453">
          <p15:clr>
            <a:srgbClr val="FF96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Yellow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458913" name="Logo" descr="{&quot;templafy&quot;:{&quot;id&quot;:&quot;54553afd-9962-4e8f-b36f-8934fb5ab03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427332"/>
            <a:ext cx="1623600" cy="150433"/>
          </a:xfrm>
          <a:prstGeom prst="rect">
            <a:avLst/>
          </a:prstGeom>
        </p:spPr>
      </p:pic>
      <p:sp>
        <p:nvSpPr>
          <p:cNvPr id="5" name="Subtitle">
            <a:extLst>
              <a:ext uri="{FF2B5EF4-FFF2-40B4-BE49-F238E27FC236}">
                <a16:creationId xmlns:a16="http://schemas.microsoft.com/office/drawing/2014/main" id="{75E7532A-62DB-A940-08F3-1E01B1A7D3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429000"/>
            <a:ext cx="7577138" cy="1620000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 marL="0" indent="0">
              <a:buNone/>
              <a:defRPr sz="4800">
                <a:latin typeface="+mn-lt"/>
              </a:defRPr>
            </a:lvl2pPr>
            <a:lvl3pPr marL="0" indent="0">
              <a:buNone/>
              <a:defRPr sz="4800">
                <a:latin typeface="+mn-lt"/>
              </a:defRPr>
            </a:lvl3pPr>
            <a:lvl4pPr marL="0" indent="0">
              <a:buNone/>
              <a:defRPr sz="4800">
                <a:latin typeface="+mn-lt"/>
              </a:defRPr>
            </a:lvl4pPr>
            <a:lvl5pPr marL="0" indent="0">
              <a:buNone/>
              <a:defRPr sz="4800">
                <a:latin typeface="+mn-lt"/>
              </a:defRPr>
            </a:lvl5pPr>
            <a:lvl6pPr marL="0" indent="0">
              <a:buNone/>
              <a:defRPr sz="4800"/>
            </a:lvl6pPr>
          </a:lstStyle>
          <a:p>
            <a:pPr lvl="0"/>
            <a:r>
              <a:rPr lang="en-US"/>
              <a:t>Add section subtitle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C6A9DB4C-1984-B2B2-4473-DB5BF9420BE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1798637"/>
            <a:ext cx="7577140" cy="1630363"/>
          </a:xfrm>
        </p:spPr>
        <p:txBody>
          <a:bodyPr anchor="ctr" anchorCtr="0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Add Section Title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CA9428E6-3B0F-3016-2234-181895E2C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700" y="6203950"/>
            <a:ext cx="8973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66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26">
          <p15:clr>
            <a:srgbClr val="FF96FF"/>
          </p15:clr>
        </p15:guide>
        <p15:guide id="6" pos="7453">
          <p15:clr>
            <a:srgbClr val="FF96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1490570" name="Logo" descr="{&quot;templafy&quot;:{&quot;id&quot;:&quot;b85860b3-a882-4c77-867a-62259650dc43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427332"/>
            <a:ext cx="1623600" cy="149834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BE639545-420E-1E7F-6A97-7C17590318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4" y="3429000"/>
            <a:ext cx="7577138" cy="1620000"/>
          </a:xfrm>
        </p:spPr>
        <p:txBody>
          <a:bodyPr/>
          <a:lstStyle>
            <a:lvl1pPr marL="0" indent="0"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 sz="4800">
                <a:latin typeface="+mn-lt"/>
              </a:defRPr>
            </a:lvl2pPr>
            <a:lvl3pPr marL="0" indent="0">
              <a:buNone/>
              <a:defRPr sz="4800">
                <a:latin typeface="+mn-lt"/>
              </a:defRPr>
            </a:lvl3pPr>
            <a:lvl4pPr marL="0" indent="0">
              <a:buNone/>
              <a:defRPr sz="4800">
                <a:latin typeface="+mn-lt"/>
              </a:defRPr>
            </a:lvl4pPr>
            <a:lvl5pPr marL="0" indent="0">
              <a:buNone/>
              <a:defRPr sz="4800">
                <a:latin typeface="+mn-lt"/>
              </a:defRPr>
            </a:lvl5pPr>
            <a:lvl6pPr marL="0" indent="0">
              <a:buNone/>
              <a:defRPr sz="4800"/>
            </a:lvl6pPr>
          </a:lstStyle>
          <a:p>
            <a:pPr lvl="0"/>
            <a:r>
              <a:rPr lang="en-US"/>
              <a:t>Add section subtitle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B858E4DF-75E5-CDB1-0E5B-52186C604E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774" y="1798637"/>
            <a:ext cx="7577140" cy="1630363"/>
          </a:xfrm>
        </p:spPr>
        <p:txBody>
          <a:bodyPr anchor="ctr" anchorCtr="0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Add Section Title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82B55989-609E-5180-1ABE-F65394257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700" y="6203950"/>
            <a:ext cx="8973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731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26">
          <p15:clr>
            <a:srgbClr val="FF96FF"/>
          </p15:clr>
        </p15:guide>
        <p15:guide id="6" pos="7453">
          <p15:clr>
            <a:srgbClr val="FF96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B94182E6-4E4D-4619-8935-1EE0C5AA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2B9C8B6-8205-4C76-A8B3-6A0AD901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2" name="Straight Connector">
            <a:extLst>
              <a:ext uri="{FF2B5EF4-FFF2-40B4-BE49-F238E27FC236}">
                <a16:creationId xmlns:a16="http://schemas.microsoft.com/office/drawing/2014/main" id="{9DB3AB84-4B0E-7C8F-BE5A-07B67D21384B}"/>
              </a:ext>
            </a:extLst>
          </p:cNvPr>
          <p:cNvCxnSpPr>
            <a:cxnSpLocks/>
          </p:cNvCxnSpPr>
          <p:nvPr userDrawn="1"/>
        </p:nvCxnSpPr>
        <p:spPr>
          <a:xfrm>
            <a:off x="358775" y="1363482"/>
            <a:ext cx="1147286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">
            <a:extLst>
              <a:ext uri="{FF2B5EF4-FFF2-40B4-BE49-F238E27FC236}">
                <a16:creationId xmlns:a16="http://schemas.microsoft.com/office/drawing/2014/main" id="{7001D27A-CE9D-4509-A7FC-7A259D47B68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0000" y="1584000"/>
            <a:ext cx="11469600" cy="433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3F4FB002-71F6-4313-AB13-74F7B4274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39" y="742950"/>
            <a:ext cx="11471999" cy="468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2pPr>
            <a:lvl3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3pPr>
            <a:lvl4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5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2D7373FE-7057-4E61-81F2-247C5DF71C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468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3396744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3771" userDrawn="1">
          <p15:clr>
            <a:srgbClr val="FF96FF"/>
          </p15:clr>
        </p15:guide>
        <p15:guide id="7" pos="3908" userDrawn="1">
          <p15:clr>
            <a:srgbClr val="FF96FF"/>
          </p15:clr>
        </p15:guide>
        <p15:guide id="8" pos="7453" userDrawn="1">
          <p15:clr>
            <a:srgbClr val="FF96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B94182E6-4E4D-4619-8935-1EE0C5AA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2B9C8B6-8205-4C76-A8B3-6A0AD901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2" name="Straight Connector 2">
            <a:extLst>
              <a:ext uri="{FF2B5EF4-FFF2-40B4-BE49-F238E27FC236}">
                <a16:creationId xmlns:a16="http://schemas.microsoft.com/office/drawing/2014/main" id="{98EDE23C-40F3-6862-02D8-57FF686490C4}"/>
              </a:ext>
            </a:extLst>
          </p:cNvPr>
          <p:cNvCxnSpPr>
            <a:cxnSpLocks/>
          </p:cNvCxnSpPr>
          <p:nvPr userDrawn="1"/>
        </p:nvCxnSpPr>
        <p:spPr>
          <a:xfrm>
            <a:off x="6203950" y="1363482"/>
            <a:ext cx="562958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1">
            <a:extLst>
              <a:ext uri="{FF2B5EF4-FFF2-40B4-BE49-F238E27FC236}">
                <a16:creationId xmlns:a16="http://schemas.microsoft.com/office/drawing/2014/main" id="{08C05738-B344-A3B1-D1EB-4897676537D4}"/>
              </a:ext>
            </a:extLst>
          </p:cNvPr>
          <p:cNvCxnSpPr>
            <a:cxnSpLocks/>
          </p:cNvCxnSpPr>
          <p:nvPr userDrawn="1"/>
        </p:nvCxnSpPr>
        <p:spPr>
          <a:xfrm>
            <a:off x="358775" y="1363482"/>
            <a:ext cx="562958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90072E2-535B-45DE-A724-F7BE6D7347E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03639" y="1584000"/>
            <a:ext cx="5627999" cy="433246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7001D27A-CE9D-4509-A7FC-7A259D47B68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0363" y="1584000"/>
            <a:ext cx="5627999" cy="433246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3F4FB002-71F6-4313-AB13-74F7B4274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39" y="742950"/>
            <a:ext cx="11471999" cy="468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2pPr>
            <a:lvl3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3pPr>
            <a:lvl4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5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2D7373FE-7057-4E61-81F2-247C5DF71C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468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2611512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3771" userDrawn="1">
          <p15:clr>
            <a:srgbClr val="FF96FF"/>
          </p15:clr>
        </p15:guide>
        <p15:guide id="7" pos="3908" userDrawn="1">
          <p15:clr>
            <a:srgbClr val="FF96FF"/>
          </p15:clr>
        </p15:guide>
        <p15:guide id="8" pos="7453" userDrawn="1">
          <p15:clr>
            <a:srgbClr val="FF96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/3 &amp;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B94182E6-4E4D-4619-8935-1EE0C5AA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2B9C8B6-8205-4C76-A8B3-6A0AD901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8" name="Straight Connector 2">
            <a:extLst>
              <a:ext uri="{FF2B5EF4-FFF2-40B4-BE49-F238E27FC236}">
                <a16:creationId xmlns:a16="http://schemas.microsoft.com/office/drawing/2014/main" id="{217714BE-1C26-362F-AAA5-0880BD56FA15}"/>
              </a:ext>
            </a:extLst>
          </p:cNvPr>
          <p:cNvCxnSpPr>
            <a:cxnSpLocks/>
          </p:cNvCxnSpPr>
          <p:nvPr userDrawn="1"/>
        </p:nvCxnSpPr>
        <p:spPr>
          <a:xfrm>
            <a:off x="4254500" y="1363482"/>
            <a:ext cx="75790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">
            <a:extLst>
              <a:ext uri="{FF2B5EF4-FFF2-40B4-BE49-F238E27FC236}">
                <a16:creationId xmlns:a16="http://schemas.microsoft.com/office/drawing/2014/main" id="{B20D6673-E8EE-CF7C-27CF-CDF59FB871F6}"/>
              </a:ext>
            </a:extLst>
          </p:cNvPr>
          <p:cNvCxnSpPr>
            <a:cxnSpLocks/>
          </p:cNvCxnSpPr>
          <p:nvPr userDrawn="1"/>
        </p:nvCxnSpPr>
        <p:spPr>
          <a:xfrm>
            <a:off x="358775" y="1363482"/>
            <a:ext cx="367910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C34EDB7-6D95-41C7-98E2-50E9A314BEC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254500" y="1584000"/>
            <a:ext cx="7574400" cy="433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B06A07A4-FC84-46D6-8C0C-1AE653D2DF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9638" y="1584000"/>
            <a:ext cx="3679200" cy="433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B2800772-5DC2-4428-A9AB-6886540164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39" y="742950"/>
            <a:ext cx="11471999" cy="468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2pPr>
            <a:lvl3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3pPr>
            <a:lvl4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5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11DE99CC-1193-4724-B97A-63B084C77E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468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3409773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2544" userDrawn="1">
          <p15:clr>
            <a:srgbClr val="FF96FF"/>
          </p15:clr>
        </p15:guide>
        <p15:guide id="7" pos="2680" userDrawn="1">
          <p15:clr>
            <a:srgbClr val="FF96FF"/>
          </p15:clr>
        </p15:guide>
        <p15:guide id="8" pos="4999" userDrawn="1">
          <p15:clr>
            <a:srgbClr val="FF96FF"/>
          </p15:clr>
        </p15:guide>
        <p15:guide id="9" pos="5135" userDrawn="1">
          <p15:clr>
            <a:srgbClr val="FF96FF"/>
          </p15:clr>
        </p15:guide>
        <p15:guide id="10" pos="7453" userDrawn="1">
          <p15:clr>
            <a:srgbClr val="FF96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C8EE95C7-8261-4980-A6A7-1FCF4A6D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E1308136-A193-42AF-B4F8-0FE8DD01F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22" name="Straight Connector 4">
            <a:extLst>
              <a:ext uri="{FF2B5EF4-FFF2-40B4-BE49-F238E27FC236}">
                <a16:creationId xmlns:a16="http://schemas.microsoft.com/office/drawing/2014/main" id="{DE9297BE-4964-47FC-AF8B-898DB2EE6301}"/>
              </a:ext>
            </a:extLst>
          </p:cNvPr>
          <p:cNvCxnSpPr>
            <a:cxnSpLocks/>
          </p:cNvCxnSpPr>
          <p:nvPr userDrawn="1"/>
        </p:nvCxnSpPr>
        <p:spPr>
          <a:xfrm>
            <a:off x="6203950" y="3765824"/>
            <a:ext cx="562958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3">
            <a:extLst>
              <a:ext uri="{FF2B5EF4-FFF2-40B4-BE49-F238E27FC236}">
                <a16:creationId xmlns:a16="http://schemas.microsoft.com/office/drawing/2014/main" id="{FCAC31F0-1F31-4AFD-8F00-38DDCF90A121}"/>
              </a:ext>
            </a:extLst>
          </p:cNvPr>
          <p:cNvCxnSpPr>
            <a:cxnSpLocks/>
          </p:cNvCxnSpPr>
          <p:nvPr userDrawn="1"/>
        </p:nvCxnSpPr>
        <p:spPr>
          <a:xfrm>
            <a:off x="358775" y="3765824"/>
            <a:ext cx="562958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2">
            <a:extLst>
              <a:ext uri="{FF2B5EF4-FFF2-40B4-BE49-F238E27FC236}">
                <a16:creationId xmlns:a16="http://schemas.microsoft.com/office/drawing/2014/main" id="{0F846D38-E858-F0D4-E637-5ECC6FF4945E}"/>
              </a:ext>
            </a:extLst>
          </p:cNvPr>
          <p:cNvCxnSpPr>
            <a:cxnSpLocks/>
          </p:cNvCxnSpPr>
          <p:nvPr userDrawn="1"/>
        </p:nvCxnSpPr>
        <p:spPr>
          <a:xfrm>
            <a:off x="6203950" y="1363482"/>
            <a:ext cx="562958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">
            <a:extLst>
              <a:ext uri="{FF2B5EF4-FFF2-40B4-BE49-F238E27FC236}">
                <a16:creationId xmlns:a16="http://schemas.microsoft.com/office/drawing/2014/main" id="{C95D5B98-B1D6-D60A-55F2-D0A3F686D2E4}"/>
              </a:ext>
            </a:extLst>
          </p:cNvPr>
          <p:cNvCxnSpPr>
            <a:cxnSpLocks/>
          </p:cNvCxnSpPr>
          <p:nvPr userDrawn="1"/>
        </p:nvCxnSpPr>
        <p:spPr>
          <a:xfrm>
            <a:off x="358775" y="1363482"/>
            <a:ext cx="562958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2B5A710-CB0F-4BC5-8082-1CBE8A24808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04001" y="3906676"/>
            <a:ext cx="5626100" cy="2052000"/>
          </a:xfrm>
        </p:spPr>
        <p:txBody>
          <a:bodyPr/>
          <a:lstStyle/>
          <a:p>
            <a:pPr lvl="0"/>
            <a:r>
              <a:rPr lang="en-US"/>
              <a:t>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FBE7EB6-23B8-4042-9882-DF407708EA5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001" y="3906676"/>
            <a:ext cx="5626800" cy="2052000"/>
          </a:xfrm>
        </p:spPr>
        <p:txBody>
          <a:bodyPr/>
          <a:lstStyle/>
          <a:p>
            <a:pPr lvl="0"/>
            <a:r>
              <a:rPr lang="en-US"/>
              <a:t>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28430F-2DC6-4B69-BDBC-F973117F63A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4001" y="1583999"/>
            <a:ext cx="5626100" cy="2051999"/>
          </a:xfrm>
        </p:spPr>
        <p:txBody>
          <a:bodyPr/>
          <a:lstStyle/>
          <a:p>
            <a:pPr lvl="0"/>
            <a:r>
              <a:rPr lang="en-US"/>
              <a:t>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9C0CB55A-7479-40ED-89A1-53B04326727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1584000"/>
            <a:ext cx="5626800" cy="205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A5F7C43A-4B76-400E-95CB-C88610641F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9639" y="742950"/>
            <a:ext cx="11471999" cy="468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2pPr>
            <a:lvl3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3pPr>
            <a:lvl4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5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C80A491E-47F6-45BF-A924-5EA71B7C7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468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3611322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2375" userDrawn="1">
          <p15:clr>
            <a:srgbClr val="FF96FF"/>
          </p15:clr>
        </p15:guide>
        <p15:guide id="5" orient="horz" pos="2511" userDrawn="1">
          <p15:clr>
            <a:srgbClr val="FF96FF"/>
          </p15:clr>
        </p15:guide>
        <p15:guide id="6" orient="horz" pos="3753" userDrawn="1">
          <p15:clr>
            <a:srgbClr val="FF96FF"/>
          </p15:clr>
        </p15:guide>
        <p15:guide id="7" pos="226" userDrawn="1">
          <p15:clr>
            <a:srgbClr val="FF96FF"/>
          </p15:clr>
        </p15:guide>
        <p15:guide id="8" pos="3771" userDrawn="1">
          <p15:clr>
            <a:srgbClr val="FF96FF"/>
          </p15:clr>
        </p15:guide>
        <p15:guide id="9" pos="3908" userDrawn="1">
          <p15:clr>
            <a:srgbClr val="FF96FF"/>
          </p15:clr>
        </p15:guide>
        <p15:guide id="10" pos="7453" userDrawn="1">
          <p15:clr>
            <a:srgbClr val="FF96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B94182E6-4E4D-4619-8935-1EE0C5AA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B47BBB1-C861-0D63-0884-5796EA2A2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7950" y="6203950"/>
            <a:ext cx="690562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2BCB50A8-00F6-4AE3-8876-B966A2F7B52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2000" y="5080500"/>
            <a:ext cx="3678237" cy="877888"/>
          </a:xfrm>
        </p:spPr>
        <p:txBody>
          <a:bodyPr/>
          <a:lstStyle>
            <a:lvl1pPr marL="0" indent="0">
              <a:buNone/>
              <a:defRPr sz="7200"/>
            </a:lvl1pPr>
            <a:lvl2pPr marL="0" indent="0">
              <a:buNone/>
              <a:defRPr sz="7200"/>
            </a:lvl2pPr>
            <a:lvl3pPr marL="0" indent="0">
              <a:buNone/>
              <a:defRPr sz="7200"/>
            </a:lvl3pPr>
            <a:lvl4pPr marL="0" indent="0">
              <a:buNone/>
              <a:defRPr sz="7200"/>
            </a:lvl4pPr>
            <a:lvl5pPr marL="0" indent="0">
              <a:buNone/>
              <a:defRPr sz="720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18407E5-6E6D-4F09-B91C-72513303E8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56000" y="5080500"/>
            <a:ext cx="3678237" cy="877888"/>
          </a:xfrm>
        </p:spPr>
        <p:txBody>
          <a:bodyPr/>
          <a:lstStyle>
            <a:lvl1pPr marL="0" indent="0">
              <a:buNone/>
              <a:defRPr sz="7200"/>
            </a:lvl1pPr>
            <a:lvl2pPr marL="0" indent="0">
              <a:buNone/>
              <a:defRPr sz="7200"/>
            </a:lvl2pPr>
            <a:lvl3pPr marL="0" indent="0">
              <a:buNone/>
              <a:defRPr sz="7200"/>
            </a:lvl3pPr>
            <a:lvl4pPr marL="0" indent="0">
              <a:buNone/>
              <a:defRPr sz="7200"/>
            </a:lvl4pPr>
            <a:lvl5pPr marL="0" indent="0">
              <a:buNone/>
              <a:defRPr sz="720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A74B85C6-BEF9-4ADA-A489-A0B4FF5689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001" y="5080500"/>
            <a:ext cx="3678237" cy="877888"/>
          </a:xfrm>
        </p:spPr>
        <p:txBody>
          <a:bodyPr/>
          <a:lstStyle>
            <a:lvl1pPr marL="0" indent="0">
              <a:buNone/>
              <a:defRPr sz="7200"/>
            </a:lvl1pPr>
            <a:lvl2pPr marL="0" indent="0">
              <a:buNone/>
              <a:defRPr sz="7200"/>
            </a:lvl2pPr>
            <a:lvl3pPr marL="0" indent="0">
              <a:buNone/>
              <a:defRPr sz="7200"/>
            </a:lvl3pPr>
            <a:lvl4pPr marL="0" indent="0">
              <a:buNone/>
              <a:defRPr sz="7200"/>
            </a:lvl4pPr>
            <a:lvl5pPr marL="0" indent="0">
              <a:buNone/>
              <a:defRPr sz="7200"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B362638D-6D6F-4355-AD1C-5B82AC48292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47189" y="3463301"/>
            <a:ext cx="3678237" cy="146578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07BFC6C2-0944-41C4-A1F8-DBF51C90720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53776" y="3463301"/>
            <a:ext cx="3678237" cy="144574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6A07A4-FC84-46D6-8C0C-1AE653D2DF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9639" y="3463301"/>
            <a:ext cx="3678237" cy="1438209"/>
          </a:xfrm>
        </p:spPr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25" name="Straight Connector 3">
            <a:extLst>
              <a:ext uri="{FF2B5EF4-FFF2-40B4-BE49-F238E27FC236}">
                <a16:creationId xmlns:a16="http://schemas.microsoft.com/office/drawing/2014/main" id="{F79CD8C9-909F-491D-9740-1993F522A2AE}"/>
              </a:ext>
            </a:extLst>
          </p:cNvPr>
          <p:cNvCxnSpPr>
            <a:cxnSpLocks/>
          </p:cNvCxnSpPr>
          <p:nvPr userDrawn="1"/>
        </p:nvCxnSpPr>
        <p:spPr>
          <a:xfrm>
            <a:off x="8147189" y="3256236"/>
            <a:ext cx="368634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FF514217-1803-4DAB-AA3A-C7CEC59F6FB2}"/>
              </a:ext>
            </a:extLst>
          </p:cNvPr>
          <p:cNvCxnSpPr>
            <a:cxnSpLocks/>
          </p:cNvCxnSpPr>
          <p:nvPr userDrawn="1"/>
        </p:nvCxnSpPr>
        <p:spPr>
          <a:xfrm>
            <a:off x="4256088" y="3256236"/>
            <a:ext cx="36798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1">
            <a:extLst>
              <a:ext uri="{FF2B5EF4-FFF2-40B4-BE49-F238E27FC236}">
                <a16:creationId xmlns:a16="http://schemas.microsoft.com/office/drawing/2014/main" id="{AD6C75EF-3540-433C-8334-6F285BDB9FE7}"/>
              </a:ext>
            </a:extLst>
          </p:cNvPr>
          <p:cNvCxnSpPr>
            <a:cxnSpLocks/>
          </p:cNvCxnSpPr>
          <p:nvPr userDrawn="1"/>
        </p:nvCxnSpPr>
        <p:spPr>
          <a:xfrm>
            <a:off x="358775" y="3256236"/>
            <a:ext cx="36798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3">
            <a:extLst>
              <a:ext uri="{FF2B5EF4-FFF2-40B4-BE49-F238E27FC236}">
                <a16:creationId xmlns:a16="http://schemas.microsoft.com/office/drawing/2014/main" id="{EB21BCFD-8E2F-4F1B-86E7-41F1317ED1E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47913" y="1817888"/>
            <a:ext cx="3678237" cy="1233487"/>
          </a:xfrm>
        </p:spPr>
        <p:txBody>
          <a:bodyPr tIns="144000"/>
          <a:lstStyle>
            <a:lvl1pPr marL="0" indent="0" algn="ctr">
              <a:buNone/>
              <a:defRPr/>
            </a:lvl1pPr>
          </a:lstStyle>
          <a:p>
            <a:r>
              <a:rPr lang="en-US"/>
              <a:t>Add icon </a:t>
            </a:r>
          </a:p>
          <a:p>
            <a:r>
              <a:rPr lang="en-US"/>
              <a:t>or image</a:t>
            </a:r>
          </a:p>
        </p:txBody>
      </p:sp>
      <p:sp>
        <p:nvSpPr>
          <p:cNvPr id="15" name="Picture 2">
            <a:extLst>
              <a:ext uri="{FF2B5EF4-FFF2-40B4-BE49-F238E27FC236}">
                <a16:creationId xmlns:a16="http://schemas.microsoft.com/office/drawing/2014/main" id="{980C40B3-D75F-4C27-8F65-9B5C0A68B3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54500" y="1817888"/>
            <a:ext cx="3678237" cy="1233487"/>
          </a:xfrm>
        </p:spPr>
        <p:txBody>
          <a:bodyPr tIns="144000"/>
          <a:lstStyle>
            <a:lvl1pPr marL="0" indent="0" algn="ctr">
              <a:buNone/>
              <a:defRPr/>
            </a:lvl1pPr>
          </a:lstStyle>
          <a:p>
            <a:r>
              <a:rPr lang="en-US"/>
              <a:t>Add icon </a:t>
            </a:r>
          </a:p>
          <a:p>
            <a:r>
              <a:rPr lang="en-US"/>
              <a:t>or image</a:t>
            </a:r>
          </a:p>
        </p:txBody>
      </p:sp>
      <p:sp>
        <p:nvSpPr>
          <p:cNvPr id="12" name="Picture 1">
            <a:extLst>
              <a:ext uri="{FF2B5EF4-FFF2-40B4-BE49-F238E27FC236}">
                <a16:creationId xmlns:a16="http://schemas.microsoft.com/office/drawing/2014/main" id="{4CADCDFA-40D3-4FE8-8482-2352DB54BCE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0363" y="1817888"/>
            <a:ext cx="3678237" cy="1233487"/>
          </a:xfrm>
        </p:spPr>
        <p:txBody>
          <a:bodyPr tIns="144000"/>
          <a:lstStyle>
            <a:lvl1pPr marL="0" indent="0" algn="ctr">
              <a:buNone/>
              <a:defRPr/>
            </a:lvl1pPr>
          </a:lstStyle>
          <a:p>
            <a:r>
              <a:rPr lang="en-US"/>
              <a:t>Add icon </a:t>
            </a:r>
          </a:p>
          <a:p>
            <a:r>
              <a:rPr lang="en-US"/>
              <a:t>or image</a:t>
            </a:r>
          </a:p>
        </p:txBody>
      </p:sp>
      <p:sp>
        <p:nvSpPr>
          <p:cNvPr id="23" name="Subtitle">
            <a:extLst>
              <a:ext uri="{FF2B5EF4-FFF2-40B4-BE49-F238E27FC236}">
                <a16:creationId xmlns:a16="http://schemas.microsoft.com/office/drawing/2014/main" id="{1627A9DD-9A45-4FE5-86D5-7683C39397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39" y="742950"/>
            <a:ext cx="11471999" cy="468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2pPr>
            <a:lvl3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3pPr>
            <a:lvl4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5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19" name="Title">
            <a:extLst>
              <a:ext uri="{FF2B5EF4-FFF2-40B4-BE49-F238E27FC236}">
                <a16:creationId xmlns:a16="http://schemas.microsoft.com/office/drawing/2014/main" id="{5AE9A54B-53A1-4875-849F-D52831CDD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468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2952648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2544" userDrawn="1">
          <p15:clr>
            <a:srgbClr val="FF96FF"/>
          </p15:clr>
        </p15:guide>
        <p15:guide id="7" pos="2680" userDrawn="1">
          <p15:clr>
            <a:srgbClr val="FF96FF"/>
          </p15:clr>
        </p15:guide>
        <p15:guide id="8" pos="4999" userDrawn="1">
          <p15:clr>
            <a:srgbClr val="FF96FF"/>
          </p15:clr>
        </p15:guide>
        <p15:guide id="9" pos="5135" userDrawn="1">
          <p15:clr>
            <a:srgbClr val="FF96FF"/>
          </p15:clr>
        </p15:guide>
        <p15:guide id="10" pos="7453" userDrawn="1">
          <p15:clr>
            <a:srgbClr val="FF96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4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367FE9DC-36B2-4EF6-81B3-FF56730E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19E7C992-DFED-5A58-BF5D-322AB41C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7950" y="6203950"/>
            <a:ext cx="6905625" cy="365125"/>
          </a:xfrm>
        </p:spPr>
        <p:txBody>
          <a:bodyPr/>
          <a:lstStyle/>
          <a:p>
            <a:endParaRPr lang="en-US"/>
          </a:p>
        </p:txBody>
      </p:sp>
      <p:cxnSp>
        <p:nvCxnSpPr>
          <p:cNvPr id="27" name="Straight Connector 3">
            <a:extLst>
              <a:ext uri="{FF2B5EF4-FFF2-40B4-BE49-F238E27FC236}">
                <a16:creationId xmlns:a16="http://schemas.microsoft.com/office/drawing/2014/main" id="{5D030F71-7192-4E9A-B664-DDFE7CBE7BA3}"/>
              </a:ext>
            </a:extLst>
          </p:cNvPr>
          <p:cNvCxnSpPr/>
          <p:nvPr userDrawn="1"/>
        </p:nvCxnSpPr>
        <p:spPr>
          <a:xfrm>
            <a:off x="9024257" y="1798638"/>
            <a:ext cx="0" cy="41592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9DCC7303-2429-4E29-8CDE-1D1807376E92}"/>
              </a:ext>
            </a:extLst>
          </p:cNvPr>
          <p:cNvCxnSpPr/>
          <p:nvPr userDrawn="1"/>
        </p:nvCxnSpPr>
        <p:spPr>
          <a:xfrm>
            <a:off x="6090557" y="1798638"/>
            <a:ext cx="0" cy="41592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1">
            <a:extLst>
              <a:ext uri="{FF2B5EF4-FFF2-40B4-BE49-F238E27FC236}">
                <a16:creationId xmlns:a16="http://schemas.microsoft.com/office/drawing/2014/main" id="{629706EB-0973-44F7-B89F-839FA7D5AD2A}"/>
              </a:ext>
            </a:extLst>
          </p:cNvPr>
          <p:cNvCxnSpPr/>
          <p:nvPr userDrawn="1"/>
        </p:nvCxnSpPr>
        <p:spPr>
          <a:xfrm>
            <a:off x="3176269" y="1798638"/>
            <a:ext cx="0" cy="41592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4">
            <a:extLst>
              <a:ext uri="{FF2B5EF4-FFF2-40B4-BE49-F238E27FC236}">
                <a16:creationId xmlns:a16="http://schemas.microsoft.com/office/drawing/2014/main" id="{79F26C1F-5758-4A52-A55F-85316A7B4CD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124950" y="3027361"/>
            <a:ext cx="2706688" cy="293052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47115789-4D0A-4CCE-8671-6273B0381B0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03950" y="3027363"/>
            <a:ext cx="2706688" cy="29305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62D66E2E-2FE0-4D07-8B76-1EE08A9199A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281363" y="3027362"/>
            <a:ext cx="2706688" cy="29305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50962EFB-4349-46BD-8CA6-22D2BD2A6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58775" y="3027363"/>
            <a:ext cx="2706688" cy="293052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Add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ABB11E91-3DE4-48AE-B64C-741B09D47C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26539" y="1797051"/>
            <a:ext cx="2706000" cy="1230312"/>
          </a:xfrm>
        </p:spPr>
        <p:txBody>
          <a:bodyPr/>
          <a:lstStyle>
            <a:lvl1pPr marL="0" indent="0">
              <a:buNone/>
              <a:defRPr sz="9600">
                <a:latin typeface="+mj-lt"/>
              </a:defRPr>
            </a:lvl1pPr>
            <a:lvl2pPr marL="0" indent="0">
              <a:buNone/>
              <a:defRPr sz="9600">
                <a:latin typeface="+mj-lt"/>
              </a:defRPr>
            </a:lvl2pPr>
            <a:lvl3pPr marL="0" indent="0">
              <a:buNone/>
              <a:defRPr sz="9600">
                <a:latin typeface="+mj-lt"/>
              </a:defRPr>
            </a:lvl3pPr>
            <a:lvl4pPr marL="0" indent="0">
              <a:buNone/>
              <a:defRPr sz="9600">
                <a:latin typeface="+mj-lt"/>
              </a:defRPr>
            </a:lvl4pPr>
            <a:lvl5pPr marL="0" indent="0">
              <a:buNone/>
              <a:defRPr sz="9600"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1FD453A3-DDDB-4208-BE70-083FE24E9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03951" y="1798638"/>
            <a:ext cx="2706000" cy="1230312"/>
          </a:xfrm>
        </p:spPr>
        <p:txBody>
          <a:bodyPr/>
          <a:lstStyle>
            <a:lvl1pPr marL="0" indent="0">
              <a:buNone/>
              <a:defRPr sz="9600">
                <a:latin typeface="+mj-lt"/>
              </a:defRPr>
            </a:lvl1pPr>
            <a:lvl2pPr marL="0" indent="0">
              <a:buNone/>
              <a:defRPr sz="9600">
                <a:latin typeface="+mj-lt"/>
              </a:defRPr>
            </a:lvl2pPr>
            <a:lvl3pPr marL="0" indent="0">
              <a:buNone/>
              <a:defRPr sz="9600">
                <a:latin typeface="+mj-lt"/>
              </a:defRPr>
            </a:lvl3pPr>
            <a:lvl4pPr marL="0" indent="0">
              <a:buNone/>
              <a:defRPr sz="9600">
                <a:latin typeface="+mj-lt"/>
              </a:defRPr>
            </a:lvl4pPr>
            <a:lvl5pPr marL="0" indent="0">
              <a:buNone/>
              <a:defRPr sz="9600"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B0522132-8E3B-49B8-A485-CEE1F2CAFD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363" y="1798638"/>
            <a:ext cx="2706000" cy="1230312"/>
          </a:xfrm>
        </p:spPr>
        <p:txBody>
          <a:bodyPr/>
          <a:lstStyle>
            <a:lvl1pPr marL="0" indent="0">
              <a:buNone/>
              <a:defRPr sz="9600">
                <a:latin typeface="+mj-lt"/>
              </a:defRPr>
            </a:lvl1pPr>
            <a:lvl2pPr marL="0" indent="0">
              <a:buNone/>
              <a:defRPr sz="9600">
                <a:latin typeface="+mj-lt"/>
              </a:defRPr>
            </a:lvl2pPr>
            <a:lvl3pPr marL="0" indent="0">
              <a:buNone/>
              <a:defRPr sz="9600">
                <a:latin typeface="+mj-lt"/>
              </a:defRPr>
            </a:lvl3pPr>
            <a:lvl4pPr marL="0" indent="0">
              <a:buNone/>
              <a:defRPr sz="9600">
                <a:latin typeface="+mj-lt"/>
              </a:defRPr>
            </a:lvl4pPr>
            <a:lvl5pPr marL="0" indent="0">
              <a:buNone/>
              <a:defRPr sz="9600"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5B0AE5F-0AD7-45BF-A186-F70AD8B574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798638"/>
            <a:ext cx="2706000" cy="1230312"/>
          </a:xfrm>
        </p:spPr>
        <p:txBody>
          <a:bodyPr/>
          <a:lstStyle>
            <a:lvl1pPr marL="0" indent="0">
              <a:buNone/>
              <a:defRPr sz="9600">
                <a:latin typeface="+mj-lt"/>
              </a:defRPr>
            </a:lvl1pPr>
            <a:lvl2pPr marL="0" indent="0">
              <a:buNone/>
              <a:defRPr sz="9600">
                <a:latin typeface="+mj-lt"/>
              </a:defRPr>
            </a:lvl2pPr>
            <a:lvl3pPr marL="0" indent="0">
              <a:buNone/>
              <a:defRPr sz="9600">
                <a:latin typeface="+mj-lt"/>
              </a:defRPr>
            </a:lvl3pPr>
            <a:lvl4pPr marL="0" indent="0">
              <a:buNone/>
              <a:defRPr sz="9600">
                <a:latin typeface="+mj-lt"/>
              </a:defRPr>
            </a:lvl4pPr>
            <a:lvl5pPr marL="0" indent="0">
              <a:buNone/>
              <a:defRPr sz="9600">
                <a:latin typeface="+mj-lt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825E8E79-5239-4CEE-ADD6-D4B6F35018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9639" y="742950"/>
            <a:ext cx="11471999" cy="468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2pPr>
            <a:lvl3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3pPr>
            <a:lvl4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5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A04D6D7E-5B6A-4D30-807B-84F2D80F27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468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3003989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1931" userDrawn="1">
          <p15:clr>
            <a:srgbClr val="FF96FF"/>
          </p15:clr>
        </p15:guide>
        <p15:guide id="7" pos="2067" userDrawn="1">
          <p15:clr>
            <a:srgbClr val="FF96FF"/>
          </p15:clr>
        </p15:guide>
        <p15:guide id="8" pos="3771" userDrawn="1">
          <p15:clr>
            <a:srgbClr val="FF96FF"/>
          </p15:clr>
        </p15:guide>
        <p15:guide id="9" pos="3908" userDrawn="1">
          <p15:clr>
            <a:srgbClr val="FF96FF"/>
          </p15:clr>
        </p15:guide>
        <p15:guide id="10" pos="5612" userDrawn="1">
          <p15:clr>
            <a:srgbClr val="FF96FF"/>
          </p15:clr>
        </p15:guide>
        <p15:guide id="11" pos="5748" userDrawn="1">
          <p15:clr>
            <a:srgbClr val="FF96FF"/>
          </p15:clr>
        </p15:guide>
        <p15:guide id="12" pos="7453" userDrawn="1">
          <p15:clr>
            <a:srgbClr val="FF96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879888B2-7164-4B4B-ABC7-B80668DB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C0D438E6-44AE-1AE1-005B-3F8E6A4D0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7950" y="6203950"/>
            <a:ext cx="690562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82117A63-744C-4E06-9EAE-59775475952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6000" y="4619567"/>
            <a:ext cx="3679999" cy="1331120"/>
          </a:xfrm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1800">
                <a:latin typeface="+mj-lt"/>
              </a:defRPr>
            </a:lvl1pPr>
            <a:lvl2pPr marL="0" indent="0" algn="ctr">
              <a:buFont typeface="Arial" panose="020B0604020202020204" pitchFamily="34" charset="0"/>
              <a:buNone/>
              <a:defRPr sz="1800">
                <a:latin typeface="+mj-lt"/>
              </a:defRPr>
            </a:lvl2pPr>
            <a:lvl3pPr marL="0" indent="0" algn="ctr">
              <a:buFont typeface="Arial" panose="020B0604020202020204" pitchFamily="34" charset="0"/>
              <a:buNone/>
              <a:defRPr sz="1000">
                <a:latin typeface="+mj-lt"/>
              </a:defRPr>
            </a:lvl3pPr>
            <a:lvl4pPr marL="0" indent="0" algn="ctr">
              <a:buFont typeface="Arial" panose="020B0604020202020204" pitchFamily="34" charset="0"/>
              <a:buNone/>
              <a:defRPr sz="1000">
                <a:latin typeface="+mj-lt"/>
              </a:defRPr>
            </a:lvl4pPr>
            <a:lvl5pPr marL="0" indent="0" algn="ctr">
              <a:buFont typeface="Arial" panose="020B0604020202020204" pitchFamily="34" charset="0"/>
              <a:buNone/>
              <a:defRPr sz="1000">
                <a:latin typeface="+mj-lt"/>
              </a:defRPr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700D726E-A1E6-4FF7-A8A0-FE82BDFA85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6638" y="1450975"/>
            <a:ext cx="7577137" cy="2497138"/>
          </a:xfrm>
        </p:spPr>
        <p:txBody>
          <a:bodyPr anchor="ctr" anchorCtr="0"/>
          <a:lstStyle>
            <a:lvl1pPr marL="0" indent="0" algn="ctr">
              <a:buNone/>
              <a:defRPr sz="4800"/>
            </a:lvl1pPr>
            <a:lvl2pPr marL="0" indent="0" algn="ctr">
              <a:buNone/>
              <a:defRPr sz="3200">
                <a:latin typeface="+mj-lt"/>
              </a:defRPr>
            </a:lvl2pPr>
            <a:lvl3pPr marL="0" indent="0" algn="ctr">
              <a:buNone/>
              <a:defRPr sz="2400">
                <a:latin typeface="+mj-lt"/>
              </a:defRPr>
            </a:lvl3pPr>
            <a:lvl4pPr marL="0" indent="0" algn="ctr">
              <a:buNone/>
              <a:defRPr sz="2000">
                <a:latin typeface="+mj-lt"/>
              </a:defRPr>
            </a:lvl4pPr>
            <a:lvl5pPr marL="0" indent="0" algn="ctr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031977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1317" userDrawn="1">
          <p15:clr>
            <a:srgbClr val="FF96FF"/>
          </p15:clr>
        </p15:guide>
        <p15:guide id="7" pos="1453" userDrawn="1">
          <p15:clr>
            <a:srgbClr val="FF96FF"/>
          </p15:clr>
        </p15:guide>
        <p15:guide id="8" pos="2544" userDrawn="1">
          <p15:clr>
            <a:srgbClr val="FF96FF"/>
          </p15:clr>
        </p15:guide>
        <p15:guide id="9" pos="2680" userDrawn="1">
          <p15:clr>
            <a:srgbClr val="FF96FF"/>
          </p15:clr>
        </p15:guide>
        <p15:guide id="10" pos="3771" userDrawn="1">
          <p15:clr>
            <a:srgbClr val="FF96FF"/>
          </p15:clr>
        </p15:guide>
        <p15:guide id="11" pos="3908" userDrawn="1">
          <p15:clr>
            <a:srgbClr val="FF96FF"/>
          </p15:clr>
        </p15:guide>
        <p15:guide id="12" pos="4999" userDrawn="1">
          <p15:clr>
            <a:srgbClr val="FF96FF"/>
          </p15:clr>
        </p15:guide>
        <p15:guide id="13" pos="5135" userDrawn="1">
          <p15:clr>
            <a:srgbClr val="FF96FF"/>
          </p15:clr>
        </p15:guide>
        <p15:guide id="14" pos="6226" userDrawn="1">
          <p15:clr>
            <a:srgbClr val="FF96FF"/>
          </p15:clr>
        </p15:guide>
        <p15:guide id="15" pos="6362" userDrawn="1">
          <p15:clr>
            <a:srgbClr val="FF96FF"/>
          </p15:clr>
        </p15:guide>
        <p15:guide id="16" pos="7453" userDrawn="1">
          <p15:clr>
            <a:srgbClr val="FF96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3">
            <a:extLst>
              <a:ext uri="{FF2B5EF4-FFF2-40B4-BE49-F238E27FC236}">
                <a16:creationId xmlns:a16="http://schemas.microsoft.com/office/drawing/2014/main" id="{AEAD339E-96C1-896B-0F67-589397A4ED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717962" y="4099090"/>
            <a:ext cx="3474038" cy="2758910"/>
          </a:xfrm>
          <a:prstGeom prst="rect">
            <a:avLst/>
          </a:prstGeom>
        </p:spPr>
      </p:pic>
      <p:pic>
        <p:nvPicPr>
          <p:cNvPr id="11" name="Graphic 2">
            <a:extLst>
              <a:ext uri="{FF2B5EF4-FFF2-40B4-BE49-F238E27FC236}">
                <a16:creationId xmlns:a16="http://schemas.microsoft.com/office/drawing/2014/main" id="{25F4A53F-53F4-68B2-6491-D64857156D0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>
            <a:off x="6022109" y="0"/>
            <a:ext cx="6169891" cy="3172532"/>
          </a:xfrm>
          <a:prstGeom prst="rect">
            <a:avLst/>
          </a:prstGeom>
        </p:spPr>
      </p:pic>
      <p:pic>
        <p:nvPicPr>
          <p:cNvPr id="6" name="Graphic 1">
            <a:extLst>
              <a:ext uri="{FF2B5EF4-FFF2-40B4-BE49-F238E27FC236}">
                <a16:creationId xmlns:a16="http://schemas.microsoft.com/office/drawing/2014/main" id="{68B83754-8084-E3AB-7EA7-FA209E801C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r="20720" b="13037"/>
          <a:stretch/>
        </p:blipFill>
        <p:spPr>
          <a:xfrm rot="10800000" flipV="1">
            <a:off x="-1" y="4120825"/>
            <a:ext cx="4891457" cy="2758910"/>
          </a:xfrm>
          <a:prstGeom prst="rect">
            <a:avLst/>
          </a:prstGeom>
        </p:spPr>
      </p:pic>
      <p:sp>
        <p:nvSpPr>
          <p:cNvPr id="10" name="Source">
            <a:extLst>
              <a:ext uri="{FF2B5EF4-FFF2-40B4-BE49-F238E27FC236}">
                <a16:creationId xmlns:a16="http://schemas.microsoft.com/office/drawing/2014/main" id="{82117A63-744C-4E06-9EAE-59775475952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6000" y="4619567"/>
            <a:ext cx="3679999" cy="1331120"/>
          </a:xfrm>
        </p:spPr>
        <p:txBody>
          <a:bodyPr anchor="ctr" anchorCtr="0"/>
          <a:lstStyle>
            <a:lvl1pPr marL="0" indent="0" algn="ctr">
              <a:buFont typeface="Arial" panose="020B0604020202020204" pitchFamily="34" charset="0"/>
              <a:buNone/>
              <a:defRPr sz="1800">
                <a:latin typeface="+mj-lt"/>
              </a:defRPr>
            </a:lvl1pPr>
            <a:lvl2pPr marL="0" indent="0" algn="ctr">
              <a:buFont typeface="Arial" panose="020B0604020202020204" pitchFamily="34" charset="0"/>
              <a:buNone/>
              <a:defRPr sz="1800">
                <a:latin typeface="+mj-lt"/>
              </a:defRPr>
            </a:lvl2pPr>
            <a:lvl3pPr marL="0" indent="0" algn="ctr">
              <a:buFont typeface="Arial" panose="020B0604020202020204" pitchFamily="34" charset="0"/>
              <a:buNone/>
              <a:defRPr sz="1000">
                <a:latin typeface="+mj-lt"/>
              </a:defRPr>
            </a:lvl3pPr>
            <a:lvl4pPr marL="0" indent="0" algn="ctr">
              <a:buFont typeface="Arial" panose="020B0604020202020204" pitchFamily="34" charset="0"/>
              <a:buNone/>
              <a:defRPr sz="1000">
                <a:latin typeface="+mj-lt"/>
              </a:defRPr>
            </a:lvl4pPr>
            <a:lvl5pPr marL="0" indent="0" algn="ctr">
              <a:buFont typeface="Arial" panose="020B0604020202020204" pitchFamily="34" charset="0"/>
              <a:buNone/>
              <a:defRPr sz="1000">
                <a:latin typeface="+mj-lt"/>
              </a:defRPr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700D726E-A1E6-4FF7-A8A0-FE82BDFA85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6638" y="1450975"/>
            <a:ext cx="7577137" cy="2497138"/>
          </a:xfrm>
        </p:spPr>
        <p:txBody>
          <a:bodyPr anchor="ctr" anchorCtr="0"/>
          <a:lstStyle>
            <a:lvl1pPr marL="0" indent="0" algn="ctr">
              <a:buNone/>
              <a:defRPr sz="4800"/>
            </a:lvl1pPr>
            <a:lvl2pPr marL="0" indent="0" algn="ctr">
              <a:buNone/>
              <a:defRPr sz="3200">
                <a:latin typeface="+mj-lt"/>
              </a:defRPr>
            </a:lvl2pPr>
            <a:lvl3pPr marL="0" indent="0" algn="ctr">
              <a:buNone/>
              <a:defRPr sz="2400">
                <a:latin typeface="+mj-lt"/>
              </a:defRPr>
            </a:lvl3pPr>
            <a:lvl4pPr marL="0" indent="0" algn="ctr">
              <a:buNone/>
              <a:defRPr sz="2000">
                <a:latin typeface="+mj-lt"/>
              </a:defRPr>
            </a:lvl4pPr>
            <a:lvl5pPr marL="0" indent="0" algn="ctr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686090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1317" userDrawn="1">
          <p15:clr>
            <a:srgbClr val="FF96FF"/>
          </p15:clr>
        </p15:guide>
        <p15:guide id="7" pos="1453" userDrawn="1">
          <p15:clr>
            <a:srgbClr val="FF96FF"/>
          </p15:clr>
        </p15:guide>
        <p15:guide id="8" pos="2544" userDrawn="1">
          <p15:clr>
            <a:srgbClr val="FF96FF"/>
          </p15:clr>
        </p15:guide>
        <p15:guide id="9" pos="2680" userDrawn="1">
          <p15:clr>
            <a:srgbClr val="FF96FF"/>
          </p15:clr>
        </p15:guide>
        <p15:guide id="10" pos="3771" userDrawn="1">
          <p15:clr>
            <a:srgbClr val="FF96FF"/>
          </p15:clr>
        </p15:guide>
        <p15:guide id="11" pos="3908" userDrawn="1">
          <p15:clr>
            <a:srgbClr val="FF96FF"/>
          </p15:clr>
        </p15:guide>
        <p15:guide id="12" pos="4999" userDrawn="1">
          <p15:clr>
            <a:srgbClr val="FF96FF"/>
          </p15:clr>
        </p15:guide>
        <p15:guide id="13" pos="5135" userDrawn="1">
          <p15:clr>
            <a:srgbClr val="FF96FF"/>
          </p15:clr>
        </p15:guide>
        <p15:guide id="14" pos="6226" userDrawn="1">
          <p15:clr>
            <a:srgbClr val="FF96FF"/>
          </p15:clr>
        </p15:guide>
        <p15:guide id="15" pos="6362" userDrawn="1">
          <p15:clr>
            <a:srgbClr val="FF96FF"/>
          </p15:clr>
        </p15:guide>
        <p15:guide id="16" pos="7453" userDrawn="1">
          <p15:clr>
            <a:srgbClr val="FF96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Clu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0">
            <a:extLst>
              <a:ext uri="{FF2B5EF4-FFF2-40B4-BE49-F238E27FC236}">
                <a16:creationId xmlns:a16="http://schemas.microsoft.com/office/drawing/2014/main" id="{CBD33412-F9C0-5229-E9FE-FED1FC905E88}"/>
              </a:ext>
            </a:extLst>
          </p:cNvPr>
          <p:cNvSpPr/>
          <p:nvPr userDrawn="1"/>
        </p:nvSpPr>
        <p:spPr>
          <a:xfrm>
            <a:off x="1722656" y="4963702"/>
            <a:ext cx="481069" cy="48106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374E75F2-641B-920F-8770-3F82FC716CB8}"/>
              </a:ext>
            </a:extLst>
          </p:cNvPr>
          <p:cNvSpPr/>
          <p:nvPr userDrawn="1"/>
        </p:nvSpPr>
        <p:spPr>
          <a:xfrm>
            <a:off x="975981" y="3109761"/>
            <a:ext cx="357678" cy="35767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14" name="Oval 8">
            <a:extLst>
              <a:ext uri="{FF2B5EF4-FFF2-40B4-BE49-F238E27FC236}">
                <a16:creationId xmlns:a16="http://schemas.microsoft.com/office/drawing/2014/main" id="{278F52FC-FC20-0FAB-289C-F741B5EC6C8A}"/>
              </a:ext>
            </a:extLst>
          </p:cNvPr>
          <p:cNvSpPr/>
          <p:nvPr userDrawn="1"/>
        </p:nvSpPr>
        <p:spPr>
          <a:xfrm>
            <a:off x="7382373" y="953164"/>
            <a:ext cx="1867981" cy="1867981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15" name="Oval 7">
            <a:extLst>
              <a:ext uri="{FF2B5EF4-FFF2-40B4-BE49-F238E27FC236}">
                <a16:creationId xmlns:a16="http://schemas.microsoft.com/office/drawing/2014/main" id="{EEF0A11E-C1AA-F902-32AB-D5EF5E058E83}"/>
              </a:ext>
            </a:extLst>
          </p:cNvPr>
          <p:cNvSpPr/>
          <p:nvPr userDrawn="1"/>
        </p:nvSpPr>
        <p:spPr>
          <a:xfrm>
            <a:off x="9456203" y="2344111"/>
            <a:ext cx="477033" cy="4770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16" name="Oval 6">
            <a:extLst>
              <a:ext uri="{FF2B5EF4-FFF2-40B4-BE49-F238E27FC236}">
                <a16:creationId xmlns:a16="http://schemas.microsoft.com/office/drawing/2014/main" id="{4E662005-C1A4-FC15-3489-EBC12ABF9617}"/>
              </a:ext>
            </a:extLst>
          </p:cNvPr>
          <p:cNvSpPr/>
          <p:nvPr userDrawn="1"/>
        </p:nvSpPr>
        <p:spPr>
          <a:xfrm>
            <a:off x="10934700" y="3759983"/>
            <a:ext cx="240018" cy="240018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BFE347A-D4F0-9F77-89BC-3CA8CBBD8298}"/>
              </a:ext>
            </a:extLst>
          </p:cNvPr>
          <p:cNvSpPr/>
          <p:nvPr userDrawn="1"/>
        </p:nvSpPr>
        <p:spPr>
          <a:xfrm>
            <a:off x="2258764" y="1450975"/>
            <a:ext cx="4296754" cy="42967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5723E6A6-88AB-77FC-6E24-A4AC412E36AE}"/>
              </a:ext>
            </a:extLst>
          </p:cNvPr>
          <p:cNvSpPr/>
          <p:nvPr userDrawn="1"/>
        </p:nvSpPr>
        <p:spPr>
          <a:xfrm>
            <a:off x="6921586" y="3378540"/>
            <a:ext cx="3170325" cy="317032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11" name="Oval 2">
            <a:extLst>
              <a:ext uri="{FF2B5EF4-FFF2-40B4-BE49-F238E27FC236}">
                <a16:creationId xmlns:a16="http://schemas.microsoft.com/office/drawing/2014/main" id="{1110F8AA-58CD-F3AC-44AE-8DB9F935671C}"/>
              </a:ext>
            </a:extLst>
          </p:cNvPr>
          <p:cNvSpPr/>
          <p:nvPr userDrawn="1"/>
        </p:nvSpPr>
        <p:spPr>
          <a:xfrm>
            <a:off x="2055641" y="1863042"/>
            <a:ext cx="962139" cy="9621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3" name="Oval 1">
            <a:extLst>
              <a:ext uri="{FF2B5EF4-FFF2-40B4-BE49-F238E27FC236}">
                <a16:creationId xmlns:a16="http://schemas.microsoft.com/office/drawing/2014/main" id="{6DD1E304-AE31-B71D-DF4A-D7CE728A9322}"/>
              </a:ext>
            </a:extLst>
          </p:cNvPr>
          <p:cNvSpPr/>
          <p:nvPr userDrawn="1"/>
        </p:nvSpPr>
        <p:spPr>
          <a:xfrm>
            <a:off x="3048173" y="414337"/>
            <a:ext cx="6029325" cy="602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17" name="Oval 3">
            <a:extLst>
              <a:ext uri="{FF2B5EF4-FFF2-40B4-BE49-F238E27FC236}">
                <a16:creationId xmlns:a16="http://schemas.microsoft.com/office/drawing/2014/main" id="{06CC9643-273E-F9AE-D7FD-3047590242AF}"/>
              </a:ext>
            </a:extLst>
          </p:cNvPr>
          <p:cNvSpPr/>
          <p:nvPr userDrawn="1"/>
        </p:nvSpPr>
        <p:spPr>
          <a:xfrm>
            <a:off x="8059534" y="4694075"/>
            <a:ext cx="894429" cy="8944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79888B2-7164-4B4B-ABC7-B80668DB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82117A63-744C-4E06-9EAE-59775475952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6000" y="5153891"/>
            <a:ext cx="3679999" cy="796796"/>
          </a:xfrm>
        </p:spPr>
        <p:txBody>
          <a:bodyPr anchor="t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j-lt"/>
              </a:defRPr>
            </a:lvl1pPr>
            <a:lvl2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800">
                <a:latin typeface="+mj-lt"/>
              </a:defRPr>
            </a:lvl2pPr>
            <a:lvl3pPr marL="0" indent="0" algn="ctr">
              <a:buFont typeface="Arial" panose="020B0604020202020204" pitchFamily="34" charset="0"/>
              <a:buNone/>
              <a:defRPr sz="1000">
                <a:latin typeface="+mj-lt"/>
              </a:defRPr>
            </a:lvl3pPr>
            <a:lvl4pPr marL="0" indent="0" algn="ctr">
              <a:buFont typeface="Arial" panose="020B0604020202020204" pitchFamily="34" charset="0"/>
              <a:buNone/>
              <a:defRPr sz="1000">
                <a:latin typeface="+mj-lt"/>
              </a:defRPr>
            </a:lvl4pPr>
            <a:lvl5pPr marL="0" indent="0" algn="ctr">
              <a:buFont typeface="Arial" panose="020B0604020202020204" pitchFamily="34" charset="0"/>
              <a:buNone/>
              <a:defRPr sz="1000">
                <a:latin typeface="+mj-lt"/>
              </a:defRPr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700D726E-A1E6-4FF7-A8A0-FE82BDFA85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08959" y="1450975"/>
            <a:ext cx="5968539" cy="3413990"/>
          </a:xfrm>
        </p:spPr>
        <p:txBody>
          <a:bodyPr anchor="ctr" anchorCtr="0"/>
          <a:lstStyle>
            <a:lvl1pPr marL="0" indent="0" algn="ctr">
              <a:buNone/>
              <a:defRPr sz="4800"/>
            </a:lvl1pPr>
            <a:lvl2pPr marL="0" indent="0" algn="ctr">
              <a:buNone/>
              <a:defRPr sz="3200">
                <a:latin typeface="+mj-lt"/>
              </a:defRPr>
            </a:lvl2pPr>
            <a:lvl3pPr marL="0" indent="0" algn="ctr">
              <a:buNone/>
              <a:defRPr sz="2400">
                <a:latin typeface="+mj-lt"/>
              </a:defRPr>
            </a:lvl3pPr>
            <a:lvl4pPr marL="0" indent="0" algn="ctr">
              <a:buNone/>
              <a:defRPr sz="2000">
                <a:latin typeface="+mj-lt"/>
              </a:defRPr>
            </a:lvl4pPr>
            <a:lvl5pPr marL="0" indent="0" algn="ctr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655879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26">
          <p15:clr>
            <a:srgbClr val="FF96FF"/>
          </p15:clr>
        </p15:guide>
        <p15:guide id="6" pos="1317">
          <p15:clr>
            <a:srgbClr val="FF96FF"/>
          </p15:clr>
        </p15:guide>
        <p15:guide id="7" pos="1453">
          <p15:clr>
            <a:srgbClr val="FF96FF"/>
          </p15:clr>
        </p15:guide>
        <p15:guide id="8" pos="2544">
          <p15:clr>
            <a:srgbClr val="FF96FF"/>
          </p15:clr>
        </p15:guide>
        <p15:guide id="9" pos="2680">
          <p15:clr>
            <a:srgbClr val="FF96FF"/>
          </p15:clr>
        </p15:guide>
        <p15:guide id="10" pos="3771">
          <p15:clr>
            <a:srgbClr val="FF96FF"/>
          </p15:clr>
        </p15:guide>
        <p15:guide id="11" pos="3908">
          <p15:clr>
            <a:srgbClr val="FF96FF"/>
          </p15:clr>
        </p15:guide>
        <p15:guide id="12" pos="4999">
          <p15:clr>
            <a:srgbClr val="FF96FF"/>
          </p15:clr>
        </p15:guide>
        <p15:guide id="13" pos="5135">
          <p15:clr>
            <a:srgbClr val="FF96FF"/>
          </p15:clr>
        </p15:guide>
        <p15:guide id="14" pos="6226">
          <p15:clr>
            <a:srgbClr val="FF96FF"/>
          </p15:clr>
        </p15:guide>
        <p15:guide id="15" pos="6362">
          <p15:clr>
            <a:srgbClr val="FF96FF"/>
          </p15:clr>
        </p15:guide>
        <p15:guide id="16" pos="7453">
          <p15:clr>
            <a:srgbClr val="FF96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lus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5ED246F0-BBF4-4152-BCCE-89F927A0D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">
            <a:extLst>
              <a:ext uri="{FF2B5EF4-FFF2-40B4-BE49-F238E27FC236}">
                <a16:creationId xmlns:a16="http://schemas.microsoft.com/office/drawing/2014/main" id="{53613299-2C19-4C4B-E3BC-EF29877F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7950" y="6203950"/>
            <a:ext cx="6905625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13" name="Yellow circle cluster">
            <a:extLst>
              <a:ext uri="{FF2B5EF4-FFF2-40B4-BE49-F238E27FC236}">
                <a16:creationId xmlns:a16="http://schemas.microsoft.com/office/drawing/2014/main" id="{C5057963-59B1-DC7E-3609-340FD77F190F}"/>
              </a:ext>
            </a:extLst>
          </p:cNvPr>
          <p:cNvGrpSpPr/>
          <p:nvPr userDrawn="1"/>
        </p:nvGrpSpPr>
        <p:grpSpPr>
          <a:xfrm>
            <a:off x="8373478" y="1867056"/>
            <a:ext cx="3464688" cy="4194223"/>
            <a:chOff x="8373478" y="1867056"/>
            <a:chExt cx="3464688" cy="4194223"/>
          </a:xfrm>
        </p:grpSpPr>
        <p:sp>
          <p:nvSpPr>
            <p:cNvPr id="34" name="Oval 10">
              <a:extLst>
                <a:ext uri="{FF2B5EF4-FFF2-40B4-BE49-F238E27FC236}">
                  <a16:creationId xmlns:a16="http://schemas.microsoft.com/office/drawing/2014/main" id="{9A6A11E8-436C-489C-47A6-CA772C63AD00}"/>
                </a:ext>
              </a:extLst>
            </p:cNvPr>
            <p:cNvSpPr/>
            <p:nvPr userDrawn="1"/>
          </p:nvSpPr>
          <p:spPr>
            <a:xfrm>
              <a:off x="8449729" y="1867056"/>
              <a:ext cx="2617223" cy="261722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10">
              <a:extLst>
                <a:ext uri="{FF2B5EF4-FFF2-40B4-BE49-F238E27FC236}">
                  <a16:creationId xmlns:a16="http://schemas.microsoft.com/office/drawing/2014/main" id="{84E52981-ECDB-6FB2-BC70-F32C95DA1040}"/>
                </a:ext>
              </a:extLst>
            </p:cNvPr>
            <p:cNvSpPr/>
            <p:nvPr userDrawn="1"/>
          </p:nvSpPr>
          <p:spPr>
            <a:xfrm>
              <a:off x="10105822" y="2298726"/>
              <a:ext cx="1701315" cy="170131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12">
              <a:extLst>
                <a:ext uri="{FF2B5EF4-FFF2-40B4-BE49-F238E27FC236}">
                  <a16:creationId xmlns:a16="http://schemas.microsoft.com/office/drawing/2014/main" id="{5F97E262-9B74-4FDA-C81A-5DF503762462}"/>
                </a:ext>
              </a:extLst>
            </p:cNvPr>
            <p:cNvSpPr/>
            <p:nvPr userDrawn="1"/>
          </p:nvSpPr>
          <p:spPr>
            <a:xfrm>
              <a:off x="8901051" y="3258261"/>
              <a:ext cx="2803018" cy="280301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13">
              <a:extLst>
                <a:ext uri="{FF2B5EF4-FFF2-40B4-BE49-F238E27FC236}">
                  <a16:creationId xmlns:a16="http://schemas.microsoft.com/office/drawing/2014/main" id="{E5302E9D-A329-39F7-620D-0440E31DC6ED}"/>
                </a:ext>
              </a:extLst>
            </p:cNvPr>
            <p:cNvSpPr/>
            <p:nvPr userDrawn="1"/>
          </p:nvSpPr>
          <p:spPr>
            <a:xfrm>
              <a:off x="8373478" y="2303159"/>
              <a:ext cx="3464688" cy="346468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Oval 15">
              <a:extLst>
                <a:ext uri="{FF2B5EF4-FFF2-40B4-BE49-F238E27FC236}">
                  <a16:creationId xmlns:a16="http://schemas.microsoft.com/office/drawing/2014/main" id="{944A2F2B-8CF3-659C-C456-0974033BFA8E}"/>
                </a:ext>
              </a:extLst>
            </p:cNvPr>
            <p:cNvSpPr/>
            <p:nvPr userDrawn="1"/>
          </p:nvSpPr>
          <p:spPr>
            <a:xfrm>
              <a:off x="8721365" y="2680838"/>
              <a:ext cx="359371" cy="35937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Blue circle cluster">
            <a:extLst>
              <a:ext uri="{FF2B5EF4-FFF2-40B4-BE49-F238E27FC236}">
                <a16:creationId xmlns:a16="http://schemas.microsoft.com/office/drawing/2014/main" id="{C81D7D4F-8C7D-400A-189D-B4C72AA14DDD}"/>
              </a:ext>
            </a:extLst>
          </p:cNvPr>
          <p:cNvGrpSpPr/>
          <p:nvPr userDrawn="1"/>
        </p:nvGrpSpPr>
        <p:grpSpPr>
          <a:xfrm>
            <a:off x="4363656" y="1975478"/>
            <a:ext cx="3789219" cy="3975014"/>
            <a:chOff x="4363656" y="1975478"/>
            <a:chExt cx="3789219" cy="3975014"/>
          </a:xfrm>
        </p:grpSpPr>
        <p:sp>
          <p:nvSpPr>
            <p:cNvPr id="25" name="Oval 10">
              <a:extLst>
                <a:ext uri="{FF2B5EF4-FFF2-40B4-BE49-F238E27FC236}">
                  <a16:creationId xmlns:a16="http://schemas.microsoft.com/office/drawing/2014/main" id="{65AE374A-1E35-DCEE-FB12-C1CCEE1FE039}"/>
                </a:ext>
              </a:extLst>
            </p:cNvPr>
            <p:cNvSpPr/>
            <p:nvPr userDrawn="1"/>
          </p:nvSpPr>
          <p:spPr>
            <a:xfrm>
              <a:off x="5084330" y="1975478"/>
              <a:ext cx="2617223" cy="2617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11">
              <a:extLst>
                <a:ext uri="{FF2B5EF4-FFF2-40B4-BE49-F238E27FC236}">
                  <a16:creationId xmlns:a16="http://schemas.microsoft.com/office/drawing/2014/main" id="{5CEEFF85-CC80-FC60-6B31-8827C2AC42F1}"/>
                </a:ext>
              </a:extLst>
            </p:cNvPr>
            <p:cNvSpPr/>
            <p:nvPr userDrawn="1"/>
          </p:nvSpPr>
          <p:spPr>
            <a:xfrm>
              <a:off x="5535653" y="3236362"/>
              <a:ext cx="2617222" cy="261722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12">
              <a:extLst>
                <a:ext uri="{FF2B5EF4-FFF2-40B4-BE49-F238E27FC236}">
                  <a16:creationId xmlns:a16="http://schemas.microsoft.com/office/drawing/2014/main" id="{1A63A129-6ED0-1F04-4583-556F752EF02C}"/>
                </a:ext>
              </a:extLst>
            </p:cNvPr>
            <p:cNvSpPr/>
            <p:nvPr userDrawn="1"/>
          </p:nvSpPr>
          <p:spPr>
            <a:xfrm>
              <a:off x="4454293" y="4097798"/>
              <a:ext cx="1852694" cy="185269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13">
              <a:extLst>
                <a:ext uri="{FF2B5EF4-FFF2-40B4-BE49-F238E27FC236}">
                  <a16:creationId xmlns:a16="http://schemas.microsoft.com/office/drawing/2014/main" id="{5B4054C6-424E-9434-97F0-894B18C1E4AA}"/>
                </a:ext>
              </a:extLst>
            </p:cNvPr>
            <p:cNvSpPr/>
            <p:nvPr userDrawn="1"/>
          </p:nvSpPr>
          <p:spPr>
            <a:xfrm>
              <a:off x="4363656" y="2303159"/>
              <a:ext cx="3464688" cy="346468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15">
              <a:extLst>
                <a:ext uri="{FF2B5EF4-FFF2-40B4-BE49-F238E27FC236}">
                  <a16:creationId xmlns:a16="http://schemas.microsoft.com/office/drawing/2014/main" id="{E600627C-8A79-974D-E534-04B8CA3E1F14}"/>
                </a:ext>
              </a:extLst>
            </p:cNvPr>
            <p:cNvSpPr/>
            <p:nvPr userDrawn="1"/>
          </p:nvSpPr>
          <p:spPr>
            <a:xfrm>
              <a:off x="6977095" y="5177543"/>
              <a:ext cx="359371" cy="35937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Red circle cluster">
            <a:extLst>
              <a:ext uri="{FF2B5EF4-FFF2-40B4-BE49-F238E27FC236}">
                <a16:creationId xmlns:a16="http://schemas.microsoft.com/office/drawing/2014/main" id="{7FFFAD14-14C4-22CA-8917-95871DE98192}"/>
              </a:ext>
            </a:extLst>
          </p:cNvPr>
          <p:cNvGrpSpPr/>
          <p:nvPr userDrawn="1"/>
        </p:nvGrpSpPr>
        <p:grpSpPr>
          <a:xfrm>
            <a:off x="353834" y="1871631"/>
            <a:ext cx="3561130" cy="4189648"/>
            <a:chOff x="353834" y="1871631"/>
            <a:chExt cx="3561130" cy="4189648"/>
          </a:xfrm>
        </p:grpSpPr>
        <p:sp>
          <p:nvSpPr>
            <p:cNvPr id="3" name="Oval 10">
              <a:extLst>
                <a:ext uri="{FF2B5EF4-FFF2-40B4-BE49-F238E27FC236}">
                  <a16:creationId xmlns:a16="http://schemas.microsoft.com/office/drawing/2014/main" id="{9319F740-1857-50E1-C47E-1DD95B60ABC0}"/>
                </a:ext>
              </a:extLst>
            </p:cNvPr>
            <p:cNvSpPr/>
            <p:nvPr/>
          </p:nvSpPr>
          <p:spPr>
            <a:xfrm>
              <a:off x="358808" y="1871631"/>
              <a:ext cx="2617223" cy="261722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11">
              <a:extLst>
                <a:ext uri="{FF2B5EF4-FFF2-40B4-BE49-F238E27FC236}">
                  <a16:creationId xmlns:a16="http://schemas.microsoft.com/office/drawing/2014/main" id="{0EAF440A-DDF1-D9B9-3F49-8F374BF8058E}"/>
                </a:ext>
              </a:extLst>
            </p:cNvPr>
            <p:cNvSpPr/>
            <p:nvPr/>
          </p:nvSpPr>
          <p:spPr>
            <a:xfrm>
              <a:off x="644159" y="3772565"/>
              <a:ext cx="2288714" cy="228871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12">
              <a:extLst>
                <a:ext uri="{FF2B5EF4-FFF2-40B4-BE49-F238E27FC236}">
                  <a16:creationId xmlns:a16="http://schemas.microsoft.com/office/drawing/2014/main" id="{F88693D0-D35A-AD2D-C55B-E3C4F36DB5CD}"/>
                </a:ext>
              </a:extLst>
            </p:cNvPr>
            <p:cNvSpPr/>
            <p:nvPr/>
          </p:nvSpPr>
          <p:spPr>
            <a:xfrm>
              <a:off x="1760891" y="2413494"/>
              <a:ext cx="2154073" cy="215407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13">
              <a:extLst>
                <a:ext uri="{FF2B5EF4-FFF2-40B4-BE49-F238E27FC236}">
                  <a16:creationId xmlns:a16="http://schemas.microsoft.com/office/drawing/2014/main" id="{DC49DB85-C79B-F96D-2CE6-F93152842489}"/>
                </a:ext>
              </a:extLst>
            </p:cNvPr>
            <p:cNvSpPr/>
            <p:nvPr/>
          </p:nvSpPr>
          <p:spPr>
            <a:xfrm>
              <a:off x="353834" y="2303159"/>
              <a:ext cx="3464688" cy="346468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5">
              <a:extLst>
                <a:ext uri="{FF2B5EF4-FFF2-40B4-BE49-F238E27FC236}">
                  <a16:creationId xmlns:a16="http://schemas.microsoft.com/office/drawing/2014/main" id="{AFDF44ED-B6BC-D8C5-2EF5-676E2AFF20B9}"/>
                </a:ext>
              </a:extLst>
            </p:cNvPr>
            <p:cNvSpPr/>
            <p:nvPr/>
          </p:nvSpPr>
          <p:spPr>
            <a:xfrm>
              <a:off x="1415086" y="2178181"/>
              <a:ext cx="470626" cy="4706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8CF131F-284F-1B80-D252-0B97A67B9B8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8983252" y="2772583"/>
            <a:ext cx="2245140" cy="252584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5A78C65-B96A-C40F-C830-3419105BE1F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973430" y="2772583"/>
            <a:ext cx="2245140" cy="252584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858E4738-6AC8-22AE-216A-09AFC863B1DB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63608" y="2772583"/>
            <a:ext cx="2245140" cy="252584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0903E37F-1C65-4A6B-BC1A-06099BEA66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39" y="742950"/>
            <a:ext cx="11471999" cy="468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2pPr>
            <a:lvl3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3pPr>
            <a:lvl4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5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8C366B9-0297-413E-8878-727A08371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468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2064873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26">
          <p15:clr>
            <a:srgbClr val="FF96FF"/>
          </p15:clr>
        </p15:guide>
        <p15:guide id="6" pos="1317">
          <p15:clr>
            <a:srgbClr val="FF96FF"/>
          </p15:clr>
        </p15:guide>
        <p15:guide id="7" pos="1453">
          <p15:clr>
            <a:srgbClr val="FF96FF"/>
          </p15:clr>
        </p15:guide>
        <p15:guide id="8" pos="2544">
          <p15:clr>
            <a:srgbClr val="FF96FF"/>
          </p15:clr>
        </p15:guide>
        <p15:guide id="9" pos="2680">
          <p15:clr>
            <a:srgbClr val="FF96FF"/>
          </p15:clr>
        </p15:guide>
        <p15:guide id="10" pos="3771">
          <p15:clr>
            <a:srgbClr val="FF96FF"/>
          </p15:clr>
        </p15:guide>
        <p15:guide id="11" pos="3908">
          <p15:clr>
            <a:srgbClr val="FF96FF"/>
          </p15:clr>
        </p15:guide>
        <p15:guide id="12" pos="4999">
          <p15:clr>
            <a:srgbClr val="FF96FF"/>
          </p15:clr>
        </p15:guide>
        <p15:guide id="13" pos="5135">
          <p15:clr>
            <a:srgbClr val="FF96FF"/>
          </p15:clr>
        </p15:guide>
        <p15:guide id="14" pos="6226">
          <p15:clr>
            <a:srgbClr val="FF96FF"/>
          </p15:clr>
        </p15:guide>
        <p15:guide id="15" pos="6362">
          <p15:clr>
            <a:srgbClr val="FF96FF"/>
          </p15:clr>
        </p15:guide>
        <p15:guide id="16" pos="7453">
          <p15:clr>
            <a:srgbClr val="FF96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on Righ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B94182E6-4E4D-4619-8935-1EE0C5AA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81A47700-3237-48CD-894B-F3605A0352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50" y="0"/>
            <a:ext cx="5988050" cy="6858000"/>
          </a:xfrm>
        </p:spPr>
        <p:txBody>
          <a:bodyPr tIns="144000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B28B228-E5B9-4DB5-A4AC-57DC32B1D1A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8464" y="1584000"/>
            <a:ext cx="5626800" cy="433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">
            <a:extLst>
              <a:ext uri="{FF2B5EF4-FFF2-40B4-BE49-F238E27FC236}">
                <a16:creationId xmlns:a16="http://schemas.microsoft.com/office/drawing/2014/main" id="{4CC74F80-B417-A075-A844-EC4164E4E5B7}"/>
              </a:ext>
            </a:extLst>
          </p:cNvPr>
          <p:cNvCxnSpPr>
            <a:cxnSpLocks/>
          </p:cNvCxnSpPr>
          <p:nvPr userDrawn="1"/>
        </p:nvCxnSpPr>
        <p:spPr>
          <a:xfrm>
            <a:off x="358775" y="1363482"/>
            <a:ext cx="562958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">
            <a:extLst>
              <a:ext uri="{FF2B5EF4-FFF2-40B4-BE49-F238E27FC236}">
                <a16:creationId xmlns:a16="http://schemas.microsoft.com/office/drawing/2014/main" id="{D520EB4D-FDD6-4013-AD88-C01CFF8DE6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5626463" cy="93967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3795996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3771" userDrawn="1">
          <p15:clr>
            <a:srgbClr val="FF96FF"/>
          </p15:clr>
        </p15:guide>
        <p15:guide id="7" pos="3908" userDrawn="1">
          <p15:clr>
            <a:srgbClr val="FF96FF"/>
          </p15:clr>
        </p15:guide>
        <p15:guide id="8" pos="7453" userDrawn="1">
          <p15:clr>
            <a:srgbClr val="FF96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on Lef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B94182E6-4E4D-4619-8935-1EE0C5AA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81A47700-3237-48CD-894B-F3605A0352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5988050" cy="6858000"/>
          </a:xfrm>
        </p:spPr>
        <p:txBody>
          <a:bodyPr tIns="144000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18752D61-3823-C73A-3CFE-9C22496DF47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04001" y="1584000"/>
            <a:ext cx="5626800" cy="43308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">
            <a:extLst>
              <a:ext uri="{FF2B5EF4-FFF2-40B4-BE49-F238E27FC236}">
                <a16:creationId xmlns:a16="http://schemas.microsoft.com/office/drawing/2014/main" id="{5947D142-1FAA-A2E2-CD98-295822FEF9DB}"/>
              </a:ext>
            </a:extLst>
          </p:cNvPr>
          <p:cNvCxnSpPr>
            <a:cxnSpLocks/>
          </p:cNvCxnSpPr>
          <p:nvPr userDrawn="1"/>
        </p:nvCxnSpPr>
        <p:spPr>
          <a:xfrm>
            <a:off x="6204312" y="1363482"/>
            <a:ext cx="562958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">
            <a:extLst>
              <a:ext uri="{FF2B5EF4-FFF2-40B4-BE49-F238E27FC236}">
                <a16:creationId xmlns:a16="http://schemas.microsoft.com/office/drawing/2014/main" id="{ACBFF27E-7ED4-AE11-37BD-3846954CB7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2" y="270001"/>
            <a:ext cx="5626463" cy="93967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2610944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26">
          <p15:clr>
            <a:srgbClr val="FF96FF"/>
          </p15:clr>
        </p15:guide>
        <p15:guide id="6" pos="3771">
          <p15:clr>
            <a:srgbClr val="FF96FF"/>
          </p15:clr>
        </p15:guide>
        <p15:guide id="7" pos="3908">
          <p15:clr>
            <a:srgbClr val="FF96FF"/>
          </p15:clr>
        </p15:guide>
        <p15:guide id="8" pos="7453">
          <p15:clr>
            <a:srgbClr val="FF96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Left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5ED246F0-BBF4-4152-BCCE-89F927A0D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85ECFE03-6EEB-4D4C-98E1-8AA0B08B206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306638" y="0"/>
            <a:ext cx="9885362" cy="6858000"/>
          </a:xfrm>
        </p:spPr>
        <p:txBody>
          <a:bodyPr tIns="144000"/>
          <a:lstStyle>
            <a:lvl1pPr marL="0" indent="0" algn="ctr">
              <a:buNone/>
              <a:defRPr/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FBB49A15-B275-43D0-A0CB-A5A482CA9D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775" y="435711"/>
            <a:ext cx="1732000" cy="4081575"/>
          </a:xfrm>
        </p:spPr>
        <p:txBody>
          <a:bodyPr/>
          <a:lstStyle>
            <a:lvl1pPr marL="0" indent="0" defTabSz="1701800">
              <a:buFont typeface="Arial" panose="020B0604020202020204" pitchFamily="34" charset="0"/>
              <a:buNone/>
              <a:tabLst/>
              <a:defRPr sz="1200">
                <a:latin typeface="Arial Black" panose="020B0A0402010202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00">
                <a:latin typeface="+mj-lt"/>
              </a:defRPr>
            </a:lvl2pPr>
            <a:lvl3pPr marL="0" indent="0">
              <a:buFont typeface="Arial" panose="020B0604020202020204" pitchFamily="34" charset="0"/>
              <a:buNone/>
              <a:defRPr sz="1000">
                <a:latin typeface="+mj-lt"/>
              </a:defRPr>
            </a:lvl3pPr>
            <a:lvl4pPr marL="0" indent="0">
              <a:buFont typeface="Arial" panose="020B0604020202020204" pitchFamily="34" charset="0"/>
              <a:buNone/>
              <a:defRPr sz="1000">
                <a:latin typeface="+mj-lt"/>
              </a:defRPr>
            </a:lvl4pPr>
            <a:lvl5pPr marL="0" indent="0">
              <a:buFont typeface="Arial" panose="020B0604020202020204" pitchFamily="34" charset="0"/>
              <a:buNone/>
              <a:defRPr sz="1000">
                <a:latin typeface="+mj-lt"/>
              </a:defRPr>
            </a:lvl5pPr>
          </a:lstStyle>
          <a:p>
            <a:pPr lvl="0"/>
            <a:r>
              <a:rPr lang="en-US"/>
              <a:t>Add supporting caption for image</a:t>
            </a:r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1972A1B9-9317-49E0-94A8-DED1FC1E693B}"/>
              </a:ext>
            </a:extLst>
          </p:cNvPr>
          <p:cNvCxnSpPr>
            <a:cxnSpLocks/>
          </p:cNvCxnSpPr>
          <p:nvPr userDrawn="1"/>
        </p:nvCxnSpPr>
        <p:spPr>
          <a:xfrm>
            <a:off x="358775" y="269875"/>
            <a:ext cx="173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93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1317" userDrawn="1">
          <p15:clr>
            <a:srgbClr val="FF96FF"/>
          </p15:clr>
        </p15:guide>
        <p15:guide id="7" pos="1453" userDrawn="1">
          <p15:clr>
            <a:srgbClr val="FF96FF"/>
          </p15:clr>
        </p15:guide>
        <p15:guide id="8" pos="2544" userDrawn="1">
          <p15:clr>
            <a:srgbClr val="FF96FF"/>
          </p15:clr>
        </p15:guide>
        <p15:guide id="9" pos="2680" userDrawn="1">
          <p15:clr>
            <a:srgbClr val="FF96FF"/>
          </p15:clr>
        </p15:guide>
        <p15:guide id="10" pos="3771" userDrawn="1">
          <p15:clr>
            <a:srgbClr val="FF96FF"/>
          </p15:clr>
        </p15:guide>
        <p15:guide id="11" pos="3908" userDrawn="1">
          <p15:clr>
            <a:srgbClr val="FF96FF"/>
          </p15:clr>
        </p15:guide>
        <p15:guide id="12" pos="4999" userDrawn="1">
          <p15:clr>
            <a:srgbClr val="FF96FF"/>
          </p15:clr>
        </p15:guide>
        <p15:guide id="13" pos="5135" userDrawn="1">
          <p15:clr>
            <a:srgbClr val="FF96FF"/>
          </p15:clr>
        </p15:guide>
        <p15:guide id="14" pos="6226" userDrawn="1">
          <p15:clr>
            <a:srgbClr val="FF96FF"/>
          </p15:clr>
        </p15:guide>
        <p15:guide id="15" pos="6362" userDrawn="1">
          <p15:clr>
            <a:srgbClr val="FF96FF"/>
          </p15:clr>
        </p15:guide>
        <p15:guide id="16" pos="7453" userDrawn="1">
          <p15:clr>
            <a:srgbClr val="FF96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Bottom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8E895DAA-4BE2-2CCB-0C6F-4F2577F69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7950" y="6203950"/>
            <a:ext cx="690562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ED246F0-BBF4-4152-BCCE-89F927A0D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BB49A15-B275-43D0-A0CB-A5A482CA9D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99276" y="4890575"/>
            <a:ext cx="1732000" cy="1067313"/>
          </a:xfrm>
        </p:spPr>
        <p:txBody>
          <a:bodyPr/>
          <a:lstStyle>
            <a:lvl1pPr marL="0" indent="0" defTabSz="1701800">
              <a:buFont typeface="Arial" panose="020B0604020202020204" pitchFamily="34" charset="0"/>
              <a:buNone/>
              <a:defRPr sz="1200">
                <a:latin typeface="Arial Black" panose="020B0A0402010202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00">
                <a:latin typeface="+mj-lt"/>
              </a:defRPr>
            </a:lvl2pPr>
            <a:lvl3pPr marL="0" indent="0">
              <a:buFont typeface="Arial" panose="020B0604020202020204" pitchFamily="34" charset="0"/>
              <a:buNone/>
              <a:defRPr sz="1000">
                <a:latin typeface="+mj-lt"/>
              </a:defRPr>
            </a:lvl3pPr>
            <a:lvl4pPr marL="0" indent="0">
              <a:buFont typeface="Arial" panose="020B0604020202020204" pitchFamily="34" charset="0"/>
              <a:buNone/>
              <a:defRPr sz="1000">
                <a:latin typeface="+mj-lt"/>
              </a:defRPr>
            </a:lvl4pPr>
            <a:lvl5pPr marL="0" indent="0">
              <a:buFont typeface="Arial" panose="020B0604020202020204" pitchFamily="34" charset="0"/>
              <a:buNone/>
              <a:defRPr sz="1000">
                <a:latin typeface="+mj-lt"/>
              </a:defRPr>
            </a:lvl5pPr>
          </a:lstStyle>
          <a:p>
            <a:pPr lvl="0"/>
            <a:r>
              <a:rPr lang="en-US"/>
              <a:t>Add supporting caption for image</a:t>
            </a:r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2F1A23-2FB0-4130-A2FF-259BFB6E4D44}"/>
              </a:ext>
            </a:extLst>
          </p:cNvPr>
          <p:cNvCxnSpPr>
            <a:cxnSpLocks/>
          </p:cNvCxnSpPr>
          <p:nvPr userDrawn="1"/>
        </p:nvCxnSpPr>
        <p:spPr>
          <a:xfrm>
            <a:off x="10099276" y="4712775"/>
            <a:ext cx="173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85ECFE03-6EEB-4D4C-98E1-8AA0B08B206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4491775"/>
          </a:xfrm>
        </p:spPr>
        <p:txBody>
          <a:bodyPr tIns="144000"/>
          <a:lstStyle>
            <a:lvl1pPr marL="0" indent="0" algn="ctr">
              <a:buNone/>
              <a:defRPr/>
            </a:lvl1pPr>
          </a:lstStyle>
          <a:p>
            <a:r>
              <a:rPr lang="en-US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2882940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7453" userDrawn="1">
          <p15:clr>
            <a:srgbClr val="FF96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ated Photo with Left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icture Placeholder">
            <a:extLst>
              <a:ext uri="{FF2B5EF4-FFF2-40B4-BE49-F238E27FC236}">
                <a16:creationId xmlns:a16="http://schemas.microsoft.com/office/drawing/2014/main" id="{41AB6888-D532-42E9-A06A-F92BB89855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580845" y="352425"/>
            <a:ext cx="9611155" cy="6505574"/>
          </a:xfrm>
          <a:custGeom>
            <a:avLst/>
            <a:gdLst>
              <a:gd name="connsiteX0" fmla="*/ 1169593 w 9907829"/>
              <a:gd name="connsiteY0" fmla="*/ 6629618 h 6706386"/>
              <a:gd name="connsiteX1" fmla="*/ 1309450 w 9907829"/>
              <a:gd name="connsiteY1" fmla="*/ 6687585 h 6706386"/>
              <a:gd name="connsiteX2" fmla="*/ 1322130 w 9907829"/>
              <a:gd name="connsiteY2" fmla="*/ 6706386 h 6706386"/>
              <a:gd name="connsiteX3" fmla="*/ 1017056 w 9907829"/>
              <a:gd name="connsiteY3" fmla="*/ 6706386 h 6706386"/>
              <a:gd name="connsiteX4" fmla="*/ 1029737 w 9907829"/>
              <a:gd name="connsiteY4" fmla="*/ 6687585 h 6706386"/>
              <a:gd name="connsiteX5" fmla="*/ 1169593 w 9907829"/>
              <a:gd name="connsiteY5" fmla="*/ 6629618 h 6706386"/>
              <a:gd name="connsiteX6" fmla="*/ 55237 w 9907829"/>
              <a:gd name="connsiteY6" fmla="*/ 6215347 h 6706386"/>
              <a:gd name="connsiteX7" fmla="*/ 55307 w 9907829"/>
              <a:gd name="connsiteY7" fmla="*/ 6215361 h 6706386"/>
              <a:gd name="connsiteX8" fmla="*/ 76965 w 9907829"/>
              <a:gd name="connsiteY8" fmla="*/ 6219732 h 6706386"/>
              <a:gd name="connsiteX9" fmla="*/ 110472 w 9907829"/>
              <a:gd name="connsiteY9" fmla="*/ 6270583 h 6706386"/>
              <a:gd name="connsiteX10" fmla="*/ 55237 w 9907829"/>
              <a:gd name="connsiteY10" fmla="*/ 6325821 h 6706386"/>
              <a:gd name="connsiteX11" fmla="*/ 33871 w 9907829"/>
              <a:gd name="connsiteY11" fmla="*/ 6321525 h 6706386"/>
              <a:gd name="connsiteX12" fmla="*/ 33795 w 9907829"/>
              <a:gd name="connsiteY12" fmla="*/ 6321474 h 6706386"/>
              <a:gd name="connsiteX13" fmla="*/ 33600 w 9907829"/>
              <a:gd name="connsiteY13" fmla="*/ 6321435 h 6706386"/>
              <a:gd name="connsiteX14" fmla="*/ 24284 w 9907829"/>
              <a:gd name="connsiteY14" fmla="*/ 6315109 h 6706386"/>
              <a:gd name="connsiteX15" fmla="*/ 16299 w 9907829"/>
              <a:gd name="connsiteY15" fmla="*/ 6309763 h 6706386"/>
              <a:gd name="connsiteX16" fmla="*/ 16253 w 9907829"/>
              <a:gd name="connsiteY16" fmla="*/ 6309654 h 6706386"/>
              <a:gd name="connsiteX17" fmla="*/ 16058 w 9907829"/>
              <a:gd name="connsiteY17" fmla="*/ 6309523 h 6706386"/>
              <a:gd name="connsiteX18" fmla="*/ 0 w 9907829"/>
              <a:gd name="connsiteY18" fmla="*/ 6270583 h 6706386"/>
              <a:gd name="connsiteX19" fmla="*/ 16058 w 9907829"/>
              <a:gd name="connsiteY19" fmla="*/ 6231646 h 6706386"/>
              <a:gd name="connsiteX20" fmla="*/ 16253 w 9907829"/>
              <a:gd name="connsiteY20" fmla="*/ 6231513 h 6706386"/>
              <a:gd name="connsiteX21" fmla="*/ 16299 w 9907829"/>
              <a:gd name="connsiteY21" fmla="*/ 6231404 h 6706386"/>
              <a:gd name="connsiteX22" fmla="*/ 24276 w 9907829"/>
              <a:gd name="connsiteY22" fmla="*/ 6226065 h 6706386"/>
              <a:gd name="connsiteX23" fmla="*/ 33600 w 9907829"/>
              <a:gd name="connsiteY23" fmla="*/ 6219732 h 6706386"/>
              <a:gd name="connsiteX24" fmla="*/ 33795 w 9907829"/>
              <a:gd name="connsiteY24" fmla="*/ 6219693 h 6706386"/>
              <a:gd name="connsiteX25" fmla="*/ 33871 w 9907829"/>
              <a:gd name="connsiteY25" fmla="*/ 6219642 h 6706386"/>
              <a:gd name="connsiteX26" fmla="*/ 55202 w 9907829"/>
              <a:gd name="connsiteY26" fmla="*/ 6215355 h 6706386"/>
              <a:gd name="connsiteX27" fmla="*/ 612736 w 9907829"/>
              <a:gd name="connsiteY27" fmla="*/ 6148550 h 6706386"/>
              <a:gd name="connsiteX28" fmla="*/ 734770 w 9907829"/>
              <a:gd name="connsiteY28" fmla="*/ 6270583 h 6706386"/>
              <a:gd name="connsiteX29" fmla="*/ 612736 w 9907829"/>
              <a:gd name="connsiteY29" fmla="*/ 6392617 h 6706386"/>
              <a:gd name="connsiteX30" fmla="*/ 490703 w 9907829"/>
              <a:gd name="connsiteY30" fmla="*/ 6270583 h 6706386"/>
              <a:gd name="connsiteX31" fmla="*/ 612736 w 9907829"/>
              <a:gd name="connsiteY31" fmla="*/ 6148550 h 6706386"/>
              <a:gd name="connsiteX32" fmla="*/ 1169594 w 9907829"/>
              <a:gd name="connsiteY32" fmla="*/ 6059273 h 6706386"/>
              <a:gd name="connsiteX33" fmla="*/ 1380904 w 9907829"/>
              <a:gd name="connsiteY33" fmla="*/ 6270583 h 6706386"/>
              <a:gd name="connsiteX34" fmla="*/ 1380838 w 9907829"/>
              <a:gd name="connsiteY34" fmla="*/ 6270905 h 6706386"/>
              <a:gd name="connsiteX35" fmla="*/ 1380904 w 9907829"/>
              <a:gd name="connsiteY35" fmla="*/ 6271227 h 6706386"/>
              <a:gd name="connsiteX36" fmla="*/ 1169594 w 9907829"/>
              <a:gd name="connsiteY36" fmla="*/ 6482537 h 6706386"/>
              <a:gd name="connsiteX37" fmla="*/ 958283 w 9907829"/>
              <a:gd name="connsiteY37" fmla="*/ 6271227 h 6706386"/>
              <a:gd name="connsiteX38" fmla="*/ 958349 w 9907829"/>
              <a:gd name="connsiteY38" fmla="*/ 6270905 h 6706386"/>
              <a:gd name="connsiteX39" fmla="*/ 958283 w 9907829"/>
              <a:gd name="connsiteY39" fmla="*/ 6270583 h 6706386"/>
              <a:gd name="connsiteX40" fmla="*/ 1169594 w 9907829"/>
              <a:gd name="connsiteY40" fmla="*/ 6059273 h 6706386"/>
              <a:gd name="connsiteX41" fmla="*/ 55237 w 9907829"/>
              <a:gd name="connsiteY41" fmla="*/ 5658490 h 6706386"/>
              <a:gd name="connsiteX42" fmla="*/ 55274 w 9907829"/>
              <a:gd name="connsiteY42" fmla="*/ 5658497 h 6706386"/>
              <a:gd name="connsiteX43" fmla="*/ 76604 w 9907829"/>
              <a:gd name="connsiteY43" fmla="*/ 5662785 h 6706386"/>
              <a:gd name="connsiteX44" fmla="*/ 76679 w 9907829"/>
              <a:gd name="connsiteY44" fmla="*/ 5662836 h 6706386"/>
              <a:gd name="connsiteX45" fmla="*/ 76875 w 9907829"/>
              <a:gd name="connsiteY45" fmla="*/ 5662875 h 6706386"/>
              <a:gd name="connsiteX46" fmla="*/ 86311 w 9907829"/>
              <a:gd name="connsiteY46" fmla="*/ 5669282 h 6706386"/>
              <a:gd name="connsiteX47" fmla="*/ 94175 w 9907829"/>
              <a:gd name="connsiteY47" fmla="*/ 5674547 h 6706386"/>
              <a:gd name="connsiteX48" fmla="*/ 94219 w 9907829"/>
              <a:gd name="connsiteY48" fmla="*/ 5674653 h 6706386"/>
              <a:gd name="connsiteX49" fmla="*/ 94417 w 9907829"/>
              <a:gd name="connsiteY49" fmla="*/ 5674787 h 6706386"/>
              <a:gd name="connsiteX50" fmla="*/ 110472 w 9907829"/>
              <a:gd name="connsiteY50" fmla="*/ 5713725 h 6706386"/>
              <a:gd name="connsiteX51" fmla="*/ 94417 w 9907829"/>
              <a:gd name="connsiteY51" fmla="*/ 5752664 h 6706386"/>
              <a:gd name="connsiteX52" fmla="*/ 94219 w 9907829"/>
              <a:gd name="connsiteY52" fmla="*/ 5752798 h 6706386"/>
              <a:gd name="connsiteX53" fmla="*/ 94175 w 9907829"/>
              <a:gd name="connsiteY53" fmla="*/ 5752904 h 6706386"/>
              <a:gd name="connsiteX54" fmla="*/ 86269 w 9907829"/>
              <a:gd name="connsiteY54" fmla="*/ 5758197 h 6706386"/>
              <a:gd name="connsiteX55" fmla="*/ 76874 w 9907829"/>
              <a:gd name="connsiteY55" fmla="*/ 5764576 h 6706386"/>
              <a:gd name="connsiteX56" fmla="*/ 76679 w 9907829"/>
              <a:gd name="connsiteY56" fmla="*/ 5764616 h 6706386"/>
              <a:gd name="connsiteX57" fmla="*/ 76604 w 9907829"/>
              <a:gd name="connsiteY57" fmla="*/ 5764666 h 6706386"/>
              <a:gd name="connsiteX58" fmla="*/ 55237 w 9907829"/>
              <a:gd name="connsiteY58" fmla="*/ 5768962 h 6706386"/>
              <a:gd name="connsiteX59" fmla="*/ 33871 w 9907829"/>
              <a:gd name="connsiteY59" fmla="*/ 5764666 h 6706386"/>
              <a:gd name="connsiteX60" fmla="*/ 33795 w 9907829"/>
              <a:gd name="connsiteY60" fmla="*/ 5764616 h 6706386"/>
              <a:gd name="connsiteX61" fmla="*/ 33600 w 9907829"/>
              <a:gd name="connsiteY61" fmla="*/ 5764576 h 6706386"/>
              <a:gd name="connsiteX62" fmla="*/ 24251 w 9907829"/>
              <a:gd name="connsiteY62" fmla="*/ 5758228 h 6706386"/>
              <a:gd name="connsiteX63" fmla="*/ 16299 w 9907829"/>
              <a:gd name="connsiteY63" fmla="*/ 5752904 h 6706386"/>
              <a:gd name="connsiteX64" fmla="*/ 16255 w 9907829"/>
              <a:gd name="connsiteY64" fmla="*/ 5752797 h 6706386"/>
              <a:gd name="connsiteX65" fmla="*/ 16058 w 9907829"/>
              <a:gd name="connsiteY65" fmla="*/ 5752664 h 6706386"/>
              <a:gd name="connsiteX66" fmla="*/ 0 w 9907829"/>
              <a:gd name="connsiteY66" fmla="*/ 5713725 h 6706386"/>
              <a:gd name="connsiteX67" fmla="*/ 16058 w 9907829"/>
              <a:gd name="connsiteY67" fmla="*/ 5674787 h 6706386"/>
              <a:gd name="connsiteX68" fmla="*/ 16255 w 9907829"/>
              <a:gd name="connsiteY68" fmla="*/ 5674654 h 6706386"/>
              <a:gd name="connsiteX69" fmla="*/ 16299 w 9907829"/>
              <a:gd name="connsiteY69" fmla="*/ 5674547 h 6706386"/>
              <a:gd name="connsiteX70" fmla="*/ 24238 w 9907829"/>
              <a:gd name="connsiteY70" fmla="*/ 5669234 h 6706386"/>
              <a:gd name="connsiteX71" fmla="*/ 33600 w 9907829"/>
              <a:gd name="connsiteY71" fmla="*/ 5662875 h 6706386"/>
              <a:gd name="connsiteX72" fmla="*/ 33795 w 9907829"/>
              <a:gd name="connsiteY72" fmla="*/ 5662836 h 6706386"/>
              <a:gd name="connsiteX73" fmla="*/ 33871 w 9907829"/>
              <a:gd name="connsiteY73" fmla="*/ 5662785 h 6706386"/>
              <a:gd name="connsiteX74" fmla="*/ 55202 w 9907829"/>
              <a:gd name="connsiteY74" fmla="*/ 5658497 h 6706386"/>
              <a:gd name="connsiteX75" fmla="*/ 612736 w 9907829"/>
              <a:gd name="connsiteY75" fmla="*/ 5590407 h 6706386"/>
              <a:gd name="connsiteX76" fmla="*/ 736054 w 9907829"/>
              <a:gd name="connsiteY76" fmla="*/ 5713725 h 6706386"/>
              <a:gd name="connsiteX77" fmla="*/ 612736 w 9907829"/>
              <a:gd name="connsiteY77" fmla="*/ 5837044 h 6706386"/>
              <a:gd name="connsiteX78" fmla="*/ 489419 w 9907829"/>
              <a:gd name="connsiteY78" fmla="*/ 5713725 h 6706386"/>
              <a:gd name="connsiteX79" fmla="*/ 612736 w 9907829"/>
              <a:gd name="connsiteY79" fmla="*/ 5590407 h 6706386"/>
              <a:gd name="connsiteX80" fmla="*/ 1163664 w 9907829"/>
              <a:gd name="connsiteY80" fmla="*/ 5500788 h 6706386"/>
              <a:gd name="connsiteX81" fmla="*/ 1168703 w 9907829"/>
              <a:gd name="connsiteY81" fmla="*/ 5501137 h 6706386"/>
              <a:gd name="connsiteX82" fmla="*/ 1169494 w 9907829"/>
              <a:gd name="connsiteY82" fmla="*/ 5500982 h 6706386"/>
              <a:gd name="connsiteX83" fmla="*/ 1171160 w 9907829"/>
              <a:gd name="connsiteY83" fmla="*/ 5501306 h 6706386"/>
              <a:gd name="connsiteX84" fmla="*/ 1205348 w 9907829"/>
              <a:gd name="connsiteY84" fmla="*/ 5503673 h 6706386"/>
              <a:gd name="connsiteX85" fmla="*/ 1228727 w 9907829"/>
              <a:gd name="connsiteY85" fmla="*/ 5512507 h 6706386"/>
              <a:gd name="connsiteX86" fmla="*/ 1249493 w 9907829"/>
              <a:gd name="connsiteY86" fmla="*/ 5516548 h 6706386"/>
              <a:gd name="connsiteX87" fmla="*/ 1262800 w 9907829"/>
              <a:gd name="connsiteY87" fmla="*/ 5525385 h 6706386"/>
              <a:gd name="connsiteX88" fmla="*/ 1281583 w 9907829"/>
              <a:gd name="connsiteY88" fmla="*/ 5532483 h 6706386"/>
              <a:gd name="connsiteX89" fmla="*/ 1302288 w 9907829"/>
              <a:gd name="connsiteY89" fmla="*/ 5551608 h 6706386"/>
              <a:gd name="connsiteX90" fmla="*/ 1319819 w 9907829"/>
              <a:gd name="connsiteY90" fmla="*/ 5563249 h 6706386"/>
              <a:gd name="connsiteX91" fmla="*/ 1327634 w 9907829"/>
              <a:gd name="connsiteY91" fmla="*/ 5575016 h 6706386"/>
              <a:gd name="connsiteX92" fmla="*/ 1341451 w 9907829"/>
              <a:gd name="connsiteY92" fmla="*/ 5587778 h 6706386"/>
              <a:gd name="connsiteX93" fmla="*/ 1353491 w 9907829"/>
              <a:gd name="connsiteY93" fmla="*/ 5613955 h 6706386"/>
              <a:gd name="connsiteX94" fmla="*/ 1366520 w 9907829"/>
              <a:gd name="connsiteY94" fmla="*/ 5633576 h 6706386"/>
              <a:gd name="connsiteX95" fmla="*/ 1369458 w 9907829"/>
              <a:gd name="connsiteY95" fmla="*/ 5648668 h 6706386"/>
              <a:gd name="connsiteX96" fmla="*/ 1376727 w 9907829"/>
              <a:gd name="connsiteY96" fmla="*/ 5664474 h 6706386"/>
              <a:gd name="connsiteX97" fmla="*/ 1377574 w 9907829"/>
              <a:gd name="connsiteY97" fmla="*/ 5690377 h 6706386"/>
              <a:gd name="connsiteX98" fmla="*/ 1382088 w 9907829"/>
              <a:gd name="connsiteY98" fmla="*/ 5713576 h 6706386"/>
              <a:gd name="connsiteX99" fmla="*/ 1378872 w 9907829"/>
              <a:gd name="connsiteY99" fmla="*/ 5730102 h 6706386"/>
              <a:gd name="connsiteX100" fmla="*/ 1379484 w 9907829"/>
              <a:gd name="connsiteY100" fmla="*/ 5748846 h 6706386"/>
              <a:gd name="connsiteX101" fmla="*/ 1370703 w 9907829"/>
              <a:gd name="connsiteY101" fmla="*/ 5772081 h 6706386"/>
              <a:gd name="connsiteX102" fmla="*/ 1366520 w 9907829"/>
              <a:gd name="connsiteY102" fmla="*/ 5793574 h 6706386"/>
              <a:gd name="connsiteX103" fmla="*/ 1357375 w 9907829"/>
              <a:gd name="connsiteY103" fmla="*/ 5807346 h 6706386"/>
              <a:gd name="connsiteX104" fmla="*/ 1350673 w 9907829"/>
              <a:gd name="connsiteY104" fmla="*/ 5825080 h 6706386"/>
              <a:gd name="connsiteX105" fmla="*/ 1332617 w 9907829"/>
              <a:gd name="connsiteY105" fmla="*/ 5844631 h 6706386"/>
              <a:gd name="connsiteX106" fmla="*/ 1319819 w 9907829"/>
              <a:gd name="connsiteY106" fmla="*/ 5863902 h 6706386"/>
              <a:gd name="connsiteX107" fmla="*/ 1306885 w 9907829"/>
              <a:gd name="connsiteY107" fmla="*/ 5872491 h 6706386"/>
              <a:gd name="connsiteX108" fmla="*/ 1295378 w 9907829"/>
              <a:gd name="connsiteY108" fmla="*/ 5884949 h 6706386"/>
              <a:gd name="connsiteX109" fmla="*/ 1271775 w 9907829"/>
              <a:gd name="connsiteY109" fmla="*/ 5895806 h 6706386"/>
              <a:gd name="connsiteX110" fmla="*/ 1249493 w 9907829"/>
              <a:gd name="connsiteY110" fmla="*/ 5910602 h 6706386"/>
              <a:gd name="connsiteX111" fmla="*/ 1232357 w 9907829"/>
              <a:gd name="connsiteY111" fmla="*/ 5913937 h 6706386"/>
              <a:gd name="connsiteX112" fmla="*/ 1218684 w 9907829"/>
              <a:gd name="connsiteY112" fmla="*/ 5920225 h 6706386"/>
              <a:gd name="connsiteX113" fmla="*/ 1175995 w 9907829"/>
              <a:gd name="connsiteY113" fmla="*/ 5925867 h 6706386"/>
              <a:gd name="connsiteX114" fmla="*/ 1172342 w 9907829"/>
              <a:gd name="connsiteY114" fmla="*/ 5925615 h 6706386"/>
              <a:gd name="connsiteX115" fmla="*/ 1169494 w 9907829"/>
              <a:gd name="connsiteY115" fmla="*/ 5926168 h 6706386"/>
              <a:gd name="connsiteX116" fmla="*/ 1163502 w 9907829"/>
              <a:gd name="connsiteY116" fmla="*/ 5925002 h 6706386"/>
              <a:gd name="connsiteX117" fmla="*/ 1134312 w 9907829"/>
              <a:gd name="connsiteY117" fmla="*/ 5922982 h 6706386"/>
              <a:gd name="connsiteX118" fmla="*/ 1114348 w 9907829"/>
              <a:gd name="connsiteY118" fmla="*/ 5915438 h 6706386"/>
              <a:gd name="connsiteX119" fmla="*/ 1089495 w 9907829"/>
              <a:gd name="connsiteY119" fmla="*/ 5910602 h 6706386"/>
              <a:gd name="connsiteX120" fmla="*/ 1073571 w 9907829"/>
              <a:gd name="connsiteY120" fmla="*/ 5900026 h 6706386"/>
              <a:gd name="connsiteX121" fmla="*/ 1058076 w 9907829"/>
              <a:gd name="connsiteY121" fmla="*/ 5894170 h 6706386"/>
              <a:gd name="connsiteX122" fmla="*/ 1040996 w 9907829"/>
              <a:gd name="connsiteY122" fmla="*/ 5878397 h 6706386"/>
              <a:gd name="connsiteX123" fmla="*/ 1019168 w 9907829"/>
              <a:gd name="connsiteY123" fmla="*/ 5863901 h 6706386"/>
              <a:gd name="connsiteX124" fmla="*/ 1009439 w 9907829"/>
              <a:gd name="connsiteY124" fmla="*/ 5849250 h 6706386"/>
              <a:gd name="connsiteX125" fmla="*/ 998208 w 9907829"/>
              <a:gd name="connsiteY125" fmla="*/ 5838876 h 6706386"/>
              <a:gd name="connsiteX126" fmla="*/ 988420 w 9907829"/>
              <a:gd name="connsiteY126" fmla="*/ 5817597 h 6706386"/>
              <a:gd name="connsiteX127" fmla="*/ 972468 w 9907829"/>
              <a:gd name="connsiteY127" fmla="*/ 5793574 h 6706386"/>
              <a:gd name="connsiteX128" fmla="*/ 968872 w 9907829"/>
              <a:gd name="connsiteY128" fmla="*/ 5775098 h 6706386"/>
              <a:gd name="connsiteX129" fmla="*/ 962932 w 9907829"/>
              <a:gd name="connsiteY129" fmla="*/ 5762182 h 6706386"/>
              <a:gd name="connsiteX130" fmla="*/ 962240 w 9907829"/>
              <a:gd name="connsiteY130" fmla="*/ 5741014 h 6706386"/>
              <a:gd name="connsiteX131" fmla="*/ 956901 w 9907829"/>
              <a:gd name="connsiteY131" fmla="*/ 5713576 h 6706386"/>
              <a:gd name="connsiteX132" fmla="*/ 960705 w 9907829"/>
              <a:gd name="connsiteY132" fmla="*/ 5694026 h 6706386"/>
              <a:gd name="connsiteX133" fmla="*/ 960175 w 9907829"/>
              <a:gd name="connsiteY133" fmla="*/ 5677809 h 6706386"/>
              <a:gd name="connsiteX134" fmla="*/ 967773 w 9907829"/>
              <a:gd name="connsiteY134" fmla="*/ 5657705 h 6706386"/>
              <a:gd name="connsiteX135" fmla="*/ 972468 w 9907829"/>
              <a:gd name="connsiteY135" fmla="*/ 5633577 h 6706386"/>
              <a:gd name="connsiteX136" fmla="*/ 982734 w 9907829"/>
              <a:gd name="connsiteY136" fmla="*/ 5618115 h 6706386"/>
              <a:gd name="connsiteX137" fmla="*/ 988986 w 9907829"/>
              <a:gd name="connsiteY137" fmla="*/ 5601574 h 6706386"/>
              <a:gd name="connsiteX138" fmla="*/ 1005827 w 9907829"/>
              <a:gd name="connsiteY138" fmla="*/ 5583340 h 6706386"/>
              <a:gd name="connsiteX139" fmla="*/ 1019168 w 9907829"/>
              <a:gd name="connsiteY139" fmla="*/ 5563249 h 6706386"/>
              <a:gd name="connsiteX140" fmla="*/ 1032653 w 9907829"/>
              <a:gd name="connsiteY140" fmla="*/ 5554295 h 6706386"/>
              <a:gd name="connsiteX141" fmla="*/ 1044281 w 9907829"/>
              <a:gd name="connsiteY141" fmla="*/ 5541705 h 6706386"/>
              <a:gd name="connsiteX142" fmla="*/ 1068135 w 9907829"/>
              <a:gd name="connsiteY142" fmla="*/ 5530733 h 6706386"/>
              <a:gd name="connsiteX143" fmla="*/ 1089496 w 9907829"/>
              <a:gd name="connsiteY143" fmla="*/ 5516549 h 6706386"/>
              <a:gd name="connsiteX144" fmla="*/ 1105926 w 9907829"/>
              <a:gd name="connsiteY144" fmla="*/ 5513352 h 6706386"/>
              <a:gd name="connsiteX145" fmla="*/ 1120975 w 9907829"/>
              <a:gd name="connsiteY145" fmla="*/ 5506430 h 6706386"/>
              <a:gd name="connsiteX146" fmla="*/ 1163664 w 9907829"/>
              <a:gd name="connsiteY146" fmla="*/ 5500788 h 6706386"/>
              <a:gd name="connsiteX147" fmla="*/ 55236 w 9907829"/>
              <a:gd name="connsiteY147" fmla="*/ 5103558 h 6706386"/>
              <a:gd name="connsiteX148" fmla="*/ 108546 w 9907829"/>
              <a:gd name="connsiteY148" fmla="*/ 5156867 h 6706386"/>
              <a:gd name="connsiteX149" fmla="*/ 55236 w 9907829"/>
              <a:gd name="connsiteY149" fmla="*/ 5210177 h 6706386"/>
              <a:gd name="connsiteX150" fmla="*/ 1928 w 9907829"/>
              <a:gd name="connsiteY150" fmla="*/ 5156867 h 6706386"/>
              <a:gd name="connsiteX151" fmla="*/ 55236 w 9907829"/>
              <a:gd name="connsiteY151" fmla="*/ 5103558 h 6706386"/>
              <a:gd name="connsiteX152" fmla="*/ 612737 w 9907829"/>
              <a:gd name="connsiteY152" fmla="*/ 5039330 h 6706386"/>
              <a:gd name="connsiteX153" fmla="*/ 729632 w 9907829"/>
              <a:gd name="connsiteY153" fmla="*/ 5156225 h 6706386"/>
              <a:gd name="connsiteX154" fmla="*/ 729567 w 9907829"/>
              <a:gd name="connsiteY154" fmla="*/ 5156546 h 6706386"/>
              <a:gd name="connsiteX155" fmla="*/ 729632 w 9907829"/>
              <a:gd name="connsiteY155" fmla="*/ 5156868 h 6706386"/>
              <a:gd name="connsiteX156" fmla="*/ 612737 w 9907829"/>
              <a:gd name="connsiteY156" fmla="*/ 5273763 h 6706386"/>
              <a:gd name="connsiteX157" fmla="*/ 495841 w 9907829"/>
              <a:gd name="connsiteY157" fmla="*/ 5156868 h 6706386"/>
              <a:gd name="connsiteX158" fmla="*/ 495906 w 9907829"/>
              <a:gd name="connsiteY158" fmla="*/ 5156546 h 6706386"/>
              <a:gd name="connsiteX159" fmla="*/ 495841 w 9907829"/>
              <a:gd name="connsiteY159" fmla="*/ 5156225 h 6706386"/>
              <a:gd name="connsiteX160" fmla="*/ 612737 w 9907829"/>
              <a:gd name="connsiteY160" fmla="*/ 5039330 h 6706386"/>
              <a:gd name="connsiteX161" fmla="*/ 1169613 w 9907829"/>
              <a:gd name="connsiteY161" fmla="*/ 4950499 h 6706386"/>
              <a:gd name="connsiteX162" fmla="*/ 1195685 w 9907829"/>
              <a:gd name="connsiteY162" fmla="*/ 4955573 h 6706386"/>
              <a:gd name="connsiteX163" fmla="*/ 1216778 w 9907829"/>
              <a:gd name="connsiteY163" fmla="*/ 4956262 h 6706386"/>
              <a:gd name="connsiteX164" fmla="*/ 1229649 w 9907829"/>
              <a:gd name="connsiteY164" fmla="*/ 4962181 h 6706386"/>
              <a:gd name="connsiteX165" fmla="*/ 1247196 w 9907829"/>
              <a:gd name="connsiteY165" fmla="*/ 4965595 h 6706386"/>
              <a:gd name="connsiteX166" fmla="*/ 1270009 w 9907829"/>
              <a:gd name="connsiteY166" fmla="*/ 4980745 h 6706386"/>
              <a:gd name="connsiteX167" fmla="*/ 1291155 w 9907829"/>
              <a:gd name="connsiteY167" fmla="*/ 4990472 h 6706386"/>
              <a:gd name="connsiteX168" fmla="*/ 1301465 w 9907829"/>
              <a:gd name="connsiteY168" fmla="*/ 5001633 h 6706386"/>
              <a:gd name="connsiteX169" fmla="*/ 1315397 w 9907829"/>
              <a:gd name="connsiteY169" fmla="*/ 5010885 h 6706386"/>
              <a:gd name="connsiteX170" fmla="*/ 1329181 w 9907829"/>
              <a:gd name="connsiteY170" fmla="*/ 5031642 h 6706386"/>
              <a:gd name="connsiteX171" fmla="*/ 1344780 w 9907829"/>
              <a:gd name="connsiteY171" fmla="*/ 5048532 h 6706386"/>
              <a:gd name="connsiteX172" fmla="*/ 1350571 w 9907829"/>
              <a:gd name="connsiteY172" fmla="*/ 5063854 h 6706386"/>
              <a:gd name="connsiteX173" fmla="*/ 1360687 w 9907829"/>
              <a:gd name="connsiteY173" fmla="*/ 5079086 h 6706386"/>
              <a:gd name="connsiteX174" fmla="*/ 1365312 w 9907829"/>
              <a:gd name="connsiteY174" fmla="*/ 5102861 h 6706386"/>
              <a:gd name="connsiteX175" fmla="*/ 1372721 w 9907829"/>
              <a:gd name="connsiteY175" fmla="*/ 5122463 h 6706386"/>
              <a:gd name="connsiteX176" fmla="*/ 1372204 w 9907829"/>
              <a:gd name="connsiteY176" fmla="*/ 5138277 h 6706386"/>
              <a:gd name="connsiteX177" fmla="*/ 1375783 w 9907829"/>
              <a:gd name="connsiteY177" fmla="*/ 5156669 h 6706386"/>
              <a:gd name="connsiteX178" fmla="*/ 1370760 w 9907829"/>
              <a:gd name="connsiteY178" fmla="*/ 5182484 h 6706386"/>
              <a:gd name="connsiteX179" fmla="*/ 1370047 w 9907829"/>
              <a:gd name="connsiteY179" fmla="*/ 5204287 h 6706386"/>
              <a:gd name="connsiteX180" fmla="*/ 1363928 w 9907829"/>
              <a:gd name="connsiteY180" fmla="*/ 5217591 h 6706386"/>
              <a:gd name="connsiteX181" fmla="*/ 1360687 w 9907829"/>
              <a:gd name="connsiteY181" fmla="*/ 5234251 h 6706386"/>
              <a:gd name="connsiteX182" fmla="*/ 1346303 w 9907829"/>
              <a:gd name="connsiteY182" fmla="*/ 5255911 h 6706386"/>
              <a:gd name="connsiteX183" fmla="*/ 1335838 w 9907829"/>
              <a:gd name="connsiteY183" fmla="*/ 5278665 h 6706386"/>
              <a:gd name="connsiteX184" fmla="*/ 1323828 w 9907829"/>
              <a:gd name="connsiteY184" fmla="*/ 5289757 h 6706386"/>
              <a:gd name="connsiteX185" fmla="*/ 1315397 w 9907829"/>
              <a:gd name="connsiteY185" fmla="*/ 5302453 h 6706386"/>
              <a:gd name="connsiteX186" fmla="*/ 1296482 w 9907829"/>
              <a:gd name="connsiteY186" fmla="*/ 5315014 h 6706386"/>
              <a:gd name="connsiteX187" fmla="*/ 1277778 w 9907829"/>
              <a:gd name="connsiteY187" fmla="*/ 5332289 h 6706386"/>
              <a:gd name="connsiteX188" fmla="*/ 1260811 w 9907829"/>
              <a:gd name="connsiteY188" fmla="*/ 5338701 h 6706386"/>
              <a:gd name="connsiteX189" fmla="*/ 1247196 w 9907829"/>
              <a:gd name="connsiteY189" fmla="*/ 5347742 h 6706386"/>
              <a:gd name="connsiteX190" fmla="*/ 1225945 w 9907829"/>
              <a:gd name="connsiteY190" fmla="*/ 5351877 h 6706386"/>
              <a:gd name="connsiteX191" fmla="*/ 1203846 w 9907829"/>
              <a:gd name="connsiteY191" fmla="*/ 5360229 h 6706386"/>
              <a:gd name="connsiteX192" fmla="*/ 1186017 w 9907829"/>
              <a:gd name="connsiteY192" fmla="*/ 5359647 h 6706386"/>
              <a:gd name="connsiteX193" fmla="*/ 1169613 w 9907829"/>
              <a:gd name="connsiteY193" fmla="*/ 5362838 h 6706386"/>
              <a:gd name="connsiteX194" fmla="*/ 1146587 w 9907829"/>
              <a:gd name="connsiteY194" fmla="*/ 5358358 h 6706386"/>
              <a:gd name="connsiteX195" fmla="*/ 1122022 w 9907829"/>
              <a:gd name="connsiteY195" fmla="*/ 5357556 h 6706386"/>
              <a:gd name="connsiteX196" fmla="*/ 1107032 w 9907829"/>
              <a:gd name="connsiteY196" fmla="*/ 5350662 h 6706386"/>
              <a:gd name="connsiteX197" fmla="*/ 1092031 w 9907829"/>
              <a:gd name="connsiteY197" fmla="*/ 5347742 h 6706386"/>
              <a:gd name="connsiteX198" fmla="*/ 1072527 w 9907829"/>
              <a:gd name="connsiteY198" fmla="*/ 5334791 h 6706386"/>
              <a:gd name="connsiteX199" fmla="*/ 1047644 w 9907829"/>
              <a:gd name="connsiteY199" fmla="*/ 5323346 h 6706386"/>
              <a:gd name="connsiteX200" fmla="*/ 1035514 w 9907829"/>
              <a:gd name="connsiteY200" fmla="*/ 5310212 h 6706386"/>
              <a:gd name="connsiteX201" fmla="*/ 1023829 w 9907829"/>
              <a:gd name="connsiteY201" fmla="*/ 5302453 h 6706386"/>
              <a:gd name="connsiteX202" fmla="*/ 1012269 w 9907829"/>
              <a:gd name="connsiteY202" fmla="*/ 5285044 h 6706386"/>
              <a:gd name="connsiteX203" fmla="*/ 994020 w 9907829"/>
              <a:gd name="connsiteY203" fmla="*/ 5265285 h 6706386"/>
              <a:gd name="connsiteX204" fmla="*/ 987246 w 9907829"/>
              <a:gd name="connsiteY204" fmla="*/ 5247363 h 6706386"/>
              <a:gd name="connsiteX205" fmla="*/ 978540 w 9907829"/>
              <a:gd name="connsiteY205" fmla="*/ 5234251 h 6706386"/>
              <a:gd name="connsiteX206" fmla="*/ 974558 w 9907829"/>
              <a:gd name="connsiteY206" fmla="*/ 5213789 h 6706386"/>
              <a:gd name="connsiteX207" fmla="*/ 966080 w 9907829"/>
              <a:gd name="connsiteY207" fmla="*/ 5191355 h 6706386"/>
              <a:gd name="connsiteX208" fmla="*/ 966671 w 9907829"/>
              <a:gd name="connsiteY208" fmla="*/ 5173257 h 6706386"/>
              <a:gd name="connsiteX209" fmla="*/ 963444 w 9907829"/>
              <a:gd name="connsiteY209" fmla="*/ 5156669 h 6706386"/>
              <a:gd name="connsiteX210" fmla="*/ 967974 w 9907829"/>
              <a:gd name="connsiteY210" fmla="*/ 5133385 h 6706386"/>
              <a:gd name="connsiteX211" fmla="*/ 968753 w 9907829"/>
              <a:gd name="connsiteY211" fmla="*/ 5109531 h 6706386"/>
              <a:gd name="connsiteX212" fmla="*/ 976245 w 9907829"/>
              <a:gd name="connsiteY212" fmla="*/ 5090879 h 6706386"/>
              <a:gd name="connsiteX213" fmla="*/ 978540 w 9907829"/>
              <a:gd name="connsiteY213" fmla="*/ 5079086 h 6706386"/>
              <a:gd name="connsiteX214" fmla="*/ 984720 w 9907829"/>
              <a:gd name="connsiteY214" fmla="*/ 5069781 h 6706386"/>
              <a:gd name="connsiteX215" fmla="*/ 991864 w 9907829"/>
              <a:gd name="connsiteY215" fmla="*/ 5051994 h 6706386"/>
              <a:gd name="connsiteX216" fmla="*/ 1017963 w 9907829"/>
              <a:gd name="connsiteY216" fmla="*/ 5019720 h 6706386"/>
              <a:gd name="connsiteX217" fmla="*/ 1023829 w 9907829"/>
              <a:gd name="connsiteY217" fmla="*/ 5010885 h 6706386"/>
              <a:gd name="connsiteX218" fmla="*/ 1026588 w 9907829"/>
              <a:gd name="connsiteY218" fmla="*/ 5009053 h 6706386"/>
              <a:gd name="connsiteX219" fmla="*/ 1029511 w 9907829"/>
              <a:gd name="connsiteY219" fmla="*/ 5005438 h 6706386"/>
              <a:gd name="connsiteX220" fmla="*/ 1078330 w 9907829"/>
              <a:gd name="connsiteY220" fmla="*/ 4971943 h 6706386"/>
              <a:gd name="connsiteX221" fmla="*/ 1086423 w 9907829"/>
              <a:gd name="connsiteY221" fmla="*/ 4969319 h 6706386"/>
              <a:gd name="connsiteX222" fmla="*/ 1092031 w 9907829"/>
              <a:gd name="connsiteY222" fmla="*/ 4965595 h 6706386"/>
              <a:gd name="connsiteX223" fmla="*/ 1106743 w 9907829"/>
              <a:gd name="connsiteY223" fmla="*/ 4962733 h 6706386"/>
              <a:gd name="connsiteX224" fmla="*/ 1134954 w 9907829"/>
              <a:gd name="connsiteY224" fmla="*/ 4953588 h 6706386"/>
              <a:gd name="connsiteX225" fmla="*/ 1151038 w 9907829"/>
              <a:gd name="connsiteY225" fmla="*/ 4954113 h 6706386"/>
              <a:gd name="connsiteX226" fmla="*/ 55236 w 9907829"/>
              <a:gd name="connsiteY226" fmla="*/ 4551839 h 6706386"/>
              <a:gd name="connsiteX227" fmla="*/ 102766 w 9907829"/>
              <a:gd name="connsiteY227" fmla="*/ 4599368 h 6706386"/>
              <a:gd name="connsiteX228" fmla="*/ 102633 w 9907829"/>
              <a:gd name="connsiteY228" fmla="*/ 4599689 h 6706386"/>
              <a:gd name="connsiteX229" fmla="*/ 102766 w 9907829"/>
              <a:gd name="connsiteY229" fmla="*/ 4600011 h 6706386"/>
              <a:gd name="connsiteX230" fmla="*/ 55236 w 9907829"/>
              <a:gd name="connsiteY230" fmla="*/ 4647540 h 6706386"/>
              <a:gd name="connsiteX231" fmla="*/ 7709 w 9907829"/>
              <a:gd name="connsiteY231" fmla="*/ 4600011 h 6706386"/>
              <a:gd name="connsiteX232" fmla="*/ 7841 w 9907829"/>
              <a:gd name="connsiteY232" fmla="*/ 4599690 h 6706386"/>
              <a:gd name="connsiteX233" fmla="*/ 7709 w 9907829"/>
              <a:gd name="connsiteY233" fmla="*/ 4599368 h 6706386"/>
              <a:gd name="connsiteX234" fmla="*/ 55236 w 9907829"/>
              <a:gd name="connsiteY234" fmla="*/ 4551839 h 6706386"/>
              <a:gd name="connsiteX235" fmla="*/ 612736 w 9907829"/>
              <a:gd name="connsiteY235" fmla="*/ 4495318 h 6706386"/>
              <a:gd name="connsiteX236" fmla="*/ 716785 w 9907829"/>
              <a:gd name="connsiteY236" fmla="*/ 4599368 h 6706386"/>
              <a:gd name="connsiteX237" fmla="*/ 716721 w 9907829"/>
              <a:gd name="connsiteY237" fmla="*/ 4599689 h 6706386"/>
              <a:gd name="connsiteX238" fmla="*/ 716785 w 9907829"/>
              <a:gd name="connsiteY238" fmla="*/ 4600011 h 6706386"/>
              <a:gd name="connsiteX239" fmla="*/ 612736 w 9907829"/>
              <a:gd name="connsiteY239" fmla="*/ 4704060 h 6706386"/>
              <a:gd name="connsiteX240" fmla="*/ 508686 w 9907829"/>
              <a:gd name="connsiteY240" fmla="*/ 4600011 h 6706386"/>
              <a:gd name="connsiteX241" fmla="*/ 508751 w 9907829"/>
              <a:gd name="connsiteY241" fmla="*/ 4599689 h 6706386"/>
              <a:gd name="connsiteX242" fmla="*/ 508686 w 9907829"/>
              <a:gd name="connsiteY242" fmla="*/ 4599368 h 6706386"/>
              <a:gd name="connsiteX243" fmla="*/ 612736 w 9907829"/>
              <a:gd name="connsiteY243" fmla="*/ 4495318 h 6706386"/>
              <a:gd name="connsiteX244" fmla="*/ 1169593 w 9907829"/>
              <a:gd name="connsiteY244" fmla="*/ 4413107 h 6706386"/>
              <a:gd name="connsiteX245" fmla="*/ 1355855 w 9907829"/>
              <a:gd name="connsiteY245" fmla="*/ 4599368 h 6706386"/>
              <a:gd name="connsiteX246" fmla="*/ 1355790 w 9907829"/>
              <a:gd name="connsiteY246" fmla="*/ 4599689 h 6706386"/>
              <a:gd name="connsiteX247" fmla="*/ 1355855 w 9907829"/>
              <a:gd name="connsiteY247" fmla="*/ 4600009 h 6706386"/>
              <a:gd name="connsiteX248" fmla="*/ 1169593 w 9907829"/>
              <a:gd name="connsiteY248" fmla="*/ 4786271 h 6706386"/>
              <a:gd name="connsiteX249" fmla="*/ 983332 w 9907829"/>
              <a:gd name="connsiteY249" fmla="*/ 4600009 h 6706386"/>
              <a:gd name="connsiteX250" fmla="*/ 983398 w 9907829"/>
              <a:gd name="connsiteY250" fmla="*/ 4599689 h 6706386"/>
              <a:gd name="connsiteX251" fmla="*/ 983332 w 9907829"/>
              <a:gd name="connsiteY251" fmla="*/ 4599368 h 6706386"/>
              <a:gd name="connsiteX252" fmla="*/ 1169593 w 9907829"/>
              <a:gd name="connsiteY252" fmla="*/ 4413107 h 6706386"/>
              <a:gd name="connsiteX253" fmla="*/ 55236 w 9907829"/>
              <a:gd name="connsiteY253" fmla="*/ 4004616 h 6706386"/>
              <a:gd name="connsiteX254" fmla="*/ 93132 w 9907829"/>
              <a:gd name="connsiteY254" fmla="*/ 4042511 h 6706386"/>
              <a:gd name="connsiteX255" fmla="*/ 92996 w 9907829"/>
              <a:gd name="connsiteY255" fmla="*/ 4042831 h 6706386"/>
              <a:gd name="connsiteX256" fmla="*/ 93132 w 9907829"/>
              <a:gd name="connsiteY256" fmla="*/ 4043152 h 6706386"/>
              <a:gd name="connsiteX257" fmla="*/ 55236 w 9907829"/>
              <a:gd name="connsiteY257" fmla="*/ 4081047 h 6706386"/>
              <a:gd name="connsiteX258" fmla="*/ 17342 w 9907829"/>
              <a:gd name="connsiteY258" fmla="*/ 4043152 h 6706386"/>
              <a:gd name="connsiteX259" fmla="*/ 17479 w 9907829"/>
              <a:gd name="connsiteY259" fmla="*/ 4042833 h 6706386"/>
              <a:gd name="connsiteX260" fmla="*/ 17342 w 9907829"/>
              <a:gd name="connsiteY260" fmla="*/ 4042511 h 6706386"/>
              <a:gd name="connsiteX261" fmla="*/ 55236 w 9907829"/>
              <a:gd name="connsiteY261" fmla="*/ 4004616 h 6706386"/>
              <a:gd name="connsiteX262" fmla="*/ 612736 w 9907829"/>
              <a:gd name="connsiteY262" fmla="*/ 3957728 h 6706386"/>
              <a:gd name="connsiteX263" fmla="*/ 697517 w 9907829"/>
              <a:gd name="connsiteY263" fmla="*/ 4042509 h 6706386"/>
              <a:gd name="connsiteX264" fmla="*/ 697452 w 9907829"/>
              <a:gd name="connsiteY264" fmla="*/ 4042830 h 6706386"/>
              <a:gd name="connsiteX265" fmla="*/ 697517 w 9907829"/>
              <a:gd name="connsiteY265" fmla="*/ 4043152 h 6706386"/>
              <a:gd name="connsiteX266" fmla="*/ 612736 w 9907829"/>
              <a:gd name="connsiteY266" fmla="*/ 4127933 h 6706386"/>
              <a:gd name="connsiteX267" fmla="*/ 527955 w 9907829"/>
              <a:gd name="connsiteY267" fmla="*/ 4043152 h 6706386"/>
              <a:gd name="connsiteX268" fmla="*/ 528019 w 9907829"/>
              <a:gd name="connsiteY268" fmla="*/ 4042830 h 6706386"/>
              <a:gd name="connsiteX269" fmla="*/ 527955 w 9907829"/>
              <a:gd name="connsiteY269" fmla="*/ 4042509 h 6706386"/>
              <a:gd name="connsiteX270" fmla="*/ 612736 w 9907829"/>
              <a:gd name="connsiteY270" fmla="*/ 3957728 h 6706386"/>
              <a:gd name="connsiteX271" fmla="*/ 1169594 w 9907829"/>
              <a:gd name="connsiteY271" fmla="*/ 3880655 h 6706386"/>
              <a:gd name="connsiteX272" fmla="*/ 1331449 w 9907829"/>
              <a:gd name="connsiteY272" fmla="*/ 4042511 h 6706386"/>
              <a:gd name="connsiteX273" fmla="*/ 1331384 w 9907829"/>
              <a:gd name="connsiteY273" fmla="*/ 4042831 h 6706386"/>
              <a:gd name="connsiteX274" fmla="*/ 1331449 w 9907829"/>
              <a:gd name="connsiteY274" fmla="*/ 4043153 h 6706386"/>
              <a:gd name="connsiteX275" fmla="*/ 1169594 w 9907829"/>
              <a:gd name="connsiteY275" fmla="*/ 4205007 h 6706386"/>
              <a:gd name="connsiteX276" fmla="*/ 1007739 w 9907829"/>
              <a:gd name="connsiteY276" fmla="*/ 4043153 h 6706386"/>
              <a:gd name="connsiteX277" fmla="*/ 1007805 w 9907829"/>
              <a:gd name="connsiteY277" fmla="*/ 4042831 h 6706386"/>
              <a:gd name="connsiteX278" fmla="*/ 1007739 w 9907829"/>
              <a:gd name="connsiteY278" fmla="*/ 4042511 h 6706386"/>
              <a:gd name="connsiteX279" fmla="*/ 1169594 w 9907829"/>
              <a:gd name="connsiteY279" fmla="*/ 3880655 h 6706386"/>
              <a:gd name="connsiteX280" fmla="*/ 612736 w 9907829"/>
              <a:gd name="connsiteY280" fmla="*/ 3420142 h 6706386"/>
              <a:gd name="connsiteX281" fmla="*/ 678891 w 9907829"/>
              <a:gd name="connsiteY281" fmla="*/ 3486296 h 6706386"/>
              <a:gd name="connsiteX282" fmla="*/ 678891 w 9907829"/>
              <a:gd name="connsiteY282" fmla="*/ 3486300 h 6706386"/>
              <a:gd name="connsiteX283" fmla="*/ 678891 w 9907829"/>
              <a:gd name="connsiteY283" fmla="*/ 3486302 h 6706386"/>
              <a:gd name="connsiteX284" fmla="*/ 612736 w 9907829"/>
              <a:gd name="connsiteY284" fmla="*/ 3551814 h 6706386"/>
              <a:gd name="connsiteX285" fmla="*/ 546581 w 9907829"/>
              <a:gd name="connsiteY285" fmla="*/ 3486302 h 6706386"/>
              <a:gd name="connsiteX286" fmla="*/ 546582 w 9907829"/>
              <a:gd name="connsiteY286" fmla="*/ 3486300 h 6706386"/>
              <a:gd name="connsiteX287" fmla="*/ 546581 w 9907829"/>
              <a:gd name="connsiteY287" fmla="*/ 3486296 h 6706386"/>
              <a:gd name="connsiteX288" fmla="*/ 546680 w 9907829"/>
              <a:gd name="connsiteY288" fmla="*/ 3485811 h 6706386"/>
              <a:gd name="connsiteX289" fmla="*/ 551769 w 9907829"/>
              <a:gd name="connsiteY289" fmla="*/ 3460250 h 6706386"/>
              <a:gd name="connsiteX290" fmla="*/ 586954 w 9907829"/>
              <a:gd name="connsiteY290" fmla="*/ 3425244 h 6706386"/>
              <a:gd name="connsiteX291" fmla="*/ 611347 w 9907829"/>
              <a:gd name="connsiteY291" fmla="*/ 3420421 h 6706386"/>
              <a:gd name="connsiteX292" fmla="*/ 1169593 w 9907829"/>
              <a:gd name="connsiteY292" fmla="*/ 3357198 h 6706386"/>
              <a:gd name="connsiteX293" fmla="*/ 1219471 w 9907829"/>
              <a:gd name="connsiteY293" fmla="*/ 3367244 h 6706386"/>
              <a:gd name="connsiteX294" fmla="*/ 1219560 w 9907829"/>
              <a:gd name="connsiteY294" fmla="*/ 3367304 h 6706386"/>
              <a:gd name="connsiteX295" fmla="*/ 1219741 w 9907829"/>
              <a:gd name="connsiteY295" fmla="*/ 3367341 h 6706386"/>
              <a:gd name="connsiteX296" fmla="*/ 1240198 w 9907829"/>
              <a:gd name="connsiteY296" fmla="*/ 3381172 h 6706386"/>
              <a:gd name="connsiteX297" fmla="*/ 1260316 w 9907829"/>
              <a:gd name="connsiteY297" fmla="*/ 3394691 h 6706386"/>
              <a:gd name="connsiteX298" fmla="*/ 1260421 w 9907829"/>
              <a:gd name="connsiteY298" fmla="*/ 3394846 h 6706386"/>
              <a:gd name="connsiteX299" fmla="*/ 1260556 w 9907829"/>
              <a:gd name="connsiteY299" fmla="*/ 3394939 h 6706386"/>
              <a:gd name="connsiteX300" fmla="*/ 1272451 w 9907829"/>
              <a:gd name="connsiteY300" fmla="*/ 3412638 h 6706386"/>
              <a:gd name="connsiteX301" fmla="*/ 1287914 w 9907829"/>
              <a:gd name="connsiteY301" fmla="*/ 3435505 h 6706386"/>
              <a:gd name="connsiteX302" fmla="*/ 1287956 w 9907829"/>
              <a:gd name="connsiteY302" fmla="*/ 3435710 h 6706386"/>
              <a:gd name="connsiteX303" fmla="*/ 1288005 w 9907829"/>
              <a:gd name="connsiteY303" fmla="*/ 3435783 h 6706386"/>
              <a:gd name="connsiteX304" fmla="*/ 1297800 w 9907829"/>
              <a:gd name="connsiteY304" fmla="*/ 3484414 h 6706386"/>
              <a:gd name="connsiteX305" fmla="*/ 1298050 w 9907829"/>
              <a:gd name="connsiteY305" fmla="*/ 3485654 h 6706386"/>
              <a:gd name="connsiteX306" fmla="*/ 1298050 w 9907829"/>
              <a:gd name="connsiteY306" fmla="*/ 3485657 h 6706386"/>
              <a:gd name="connsiteX307" fmla="*/ 1298050 w 9907829"/>
              <a:gd name="connsiteY307" fmla="*/ 3485659 h 6706386"/>
              <a:gd name="connsiteX308" fmla="*/ 1297801 w 9907829"/>
              <a:gd name="connsiteY308" fmla="*/ 3486892 h 6706386"/>
              <a:gd name="connsiteX309" fmla="*/ 1288005 w 9907829"/>
              <a:gd name="connsiteY309" fmla="*/ 3535531 h 6706386"/>
              <a:gd name="connsiteX310" fmla="*/ 1287955 w 9907829"/>
              <a:gd name="connsiteY310" fmla="*/ 3535604 h 6706386"/>
              <a:gd name="connsiteX311" fmla="*/ 1287914 w 9907829"/>
              <a:gd name="connsiteY311" fmla="*/ 3535806 h 6706386"/>
              <a:gd name="connsiteX312" fmla="*/ 1272620 w 9907829"/>
              <a:gd name="connsiteY312" fmla="*/ 3558425 h 6706386"/>
              <a:gd name="connsiteX313" fmla="*/ 1260556 w 9907829"/>
              <a:gd name="connsiteY313" fmla="*/ 3576375 h 6706386"/>
              <a:gd name="connsiteX314" fmla="*/ 1260419 w 9907829"/>
              <a:gd name="connsiteY314" fmla="*/ 3576469 h 6706386"/>
              <a:gd name="connsiteX315" fmla="*/ 1260316 w 9907829"/>
              <a:gd name="connsiteY315" fmla="*/ 3576620 h 6706386"/>
              <a:gd name="connsiteX316" fmla="*/ 1240760 w 9907829"/>
              <a:gd name="connsiteY316" fmla="*/ 3589763 h 6706386"/>
              <a:gd name="connsiteX317" fmla="*/ 1219741 w 9907829"/>
              <a:gd name="connsiteY317" fmla="*/ 3603973 h 6706386"/>
              <a:gd name="connsiteX318" fmla="*/ 1219554 w 9907829"/>
              <a:gd name="connsiteY318" fmla="*/ 3604012 h 6706386"/>
              <a:gd name="connsiteX319" fmla="*/ 1219471 w 9907829"/>
              <a:gd name="connsiteY319" fmla="*/ 3604067 h 6706386"/>
              <a:gd name="connsiteX320" fmla="*/ 1169593 w 9907829"/>
              <a:gd name="connsiteY320" fmla="*/ 3614112 h 6706386"/>
              <a:gd name="connsiteX321" fmla="*/ 1168035 w 9907829"/>
              <a:gd name="connsiteY321" fmla="*/ 3613798 h 6706386"/>
              <a:gd name="connsiteX322" fmla="*/ 1119355 w 9907829"/>
              <a:gd name="connsiteY322" fmla="*/ 3604063 h 6706386"/>
              <a:gd name="connsiteX323" fmla="*/ 1050912 w 9907829"/>
              <a:gd name="connsiteY323" fmla="*/ 3535803 h 6706386"/>
              <a:gd name="connsiteX324" fmla="*/ 1041163 w 9907829"/>
              <a:gd name="connsiteY324" fmla="*/ 3485790 h 6706386"/>
              <a:gd name="connsiteX325" fmla="*/ 1041137 w 9907829"/>
              <a:gd name="connsiteY325" fmla="*/ 3485659 h 6706386"/>
              <a:gd name="connsiteX326" fmla="*/ 1041138 w 9907829"/>
              <a:gd name="connsiteY326" fmla="*/ 3485657 h 6706386"/>
              <a:gd name="connsiteX327" fmla="*/ 1041137 w 9907829"/>
              <a:gd name="connsiteY327" fmla="*/ 3485654 h 6706386"/>
              <a:gd name="connsiteX328" fmla="*/ 1041163 w 9907829"/>
              <a:gd name="connsiteY328" fmla="*/ 3485523 h 6706386"/>
              <a:gd name="connsiteX329" fmla="*/ 1050912 w 9907829"/>
              <a:gd name="connsiteY329" fmla="*/ 3435511 h 6706386"/>
              <a:gd name="connsiteX330" fmla="*/ 1119355 w 9907829"/>
              <a:gd name="connsiteY330" fmla="*/ 3367250 h 6706386"/>
              <a:gd name="connsiteX331" fmla="*/ 1166602 w 9907829"/>
              <a:gd name="connsiteY331" fmla="*/ 3357803 h 6706386"/>
              <a:gd name="connsiteX332" fmla="*/ 1726451 w 9907829"/>
              <a:gd name="connsiteY332" fmla="*/ 3271775 h 6706386"/>
              <a:gd name="connsiteX333" fmla="*/ 1940331 w 9907829"/>
              <a:gd name="connsiteY333" fmla="*/ 3485654 h 6706386"/>
              <a:gd name="connsiteX334" fmla="*/ 1940331 w 9907829"/>
              <a:gd name="connsiteY334" fmla="*/ 3485657 h 6706386"/>
              <a:gd name="connsiteX335" fmla="*/ 1940331 w 9907829"/>
              <a:gd name="connsiteY335" fmla="*/ 3485659 h 6706386"/>
              <a:gd name="connsiteX336" fmla="*/ 1726451 w 9907829"/>
              <a:gd name="connsiteY336" fmla="*/ 3699535 h 6706386"/>
              <a:gd name="connsiteX337" fmla="*/ 1512572 w 9907829"/>
              <a:gd name="connsiteY337" fmla="*/ 3485659 h 6706386"/>
              <a:gd name="connsiteX338" fmla="*/ 1512573 w 9907829"/>
              <a:gd name="connsiteY338" fmla="*/ 3485657 h 6706386"/>
              <a:gd name="connsiteX339" fmla="*/ 1512572 w 9907829"/>
              <a:gd name="connsiteY339" fmla="*/ 3485654 h 6706386"/>
              <a:gd name="connsiteX340" fmla="*/ 1726451 w 9907829"/>
              <a:gd name="connsiteY340" fmla="*/ 3271775 h 6706386"/>
              <a:gd name="connsiteX341" fmla="*/ 612736 w 9907829"/>
              <a:gd name="connsiteY341" fmla="*/ 2881269 h 6706386"/>
              <a:gd name="connsiteX342" fmla="*/ 659622 w 9907829"/>
              <a:gd name="connsiteY342" fmla="*/ 2928156 h 6706386"/>
              <a:gd name="connsiteX343" fmla="*/ 659487 w 9907829"/>
              <a:gd name="connsiteY343" fmla="*/ 2928480 h 6706386"/>
              <a:gd name="connsiteX344" fmla="*/ 659622 w 9907829"/>
              <a:gd name="connsiteY344" fmla="*/ 2928804 h 6706386"/>
              <a:gd name="connsiteX345" fmla="*/ 612736 w 9907829"/>
              <a:gd name="connsiteY345" fmla="*/ 2975691 h 6706386"/>
              <a:gd name="connsiteX346" fmla="*/ 579659 w 9907829"/>
              <a:gd name="connsiteY346" fmla="*/ 2961882 h 6706386"/>
              <a:gd name="connsiteX347" fmla="*/ 579503 w 9907829"/>
              <a:gd name="connsiteY347" fmla="*/ 2961508 h 6706386"/>
              <a:gd name="connsiteX348" fmla="*/ 579417 w 9907829"/>
              <a:gd name="connsiteY348" fmla="*/ 2961474 h 6706386"/>
              <a:gd name="connsiteX349" fmla="*/ 576618 w 9907829"/>
              <a:gd name="connsiteY349" fmla="*/ 2954598 h 6706386"/>
              <a:gd name="connsiteX350" fmla="*/ 565849 w 9907829"/>
              <a:gd name="connsiteY350" fmla="*/ 2928804 h 6706386"/>
              <a:gd name="connsiteX351" fmla="*/ 565982 w 9907829"/>
              <a:gd name="connsiteY351" fmla="*/ 2928480 h 6706386"/>
              <a:gd name="connsiteX352" fmla="*/ 565849 w 9907829"/>
              <a:gd name="connsiteY352" fmla="*/ 2928156 h 6706386"/>
              <a:gd name="connsiteX353" fmla="*/ 612736 w 9907829"/>
              <a:gd name="connsiteY353" fmla="*/ 2881269 h 6706386"/>
              <a:gd name="connsiteX354" fmla="*/ 1169593 w 9907829"/>
              <a:gd name="connsiteY354" fmla="*/ 2834388 h 6706386"/>
              <a:gd name="connsiteX355" fmla="*/ 1263367 w 9907829"/>
              <a:gd name="connsiteY355" fmla="*/ 2928162 h 6706386"/>
              <a:gd name="connsiteX356" fmla="*/ 1263302 w 9907829"/>
              <a:gd name="connsiteY356" fmla="*/ 2928480 h 6706386"/>
              <a:gd name="connsiteX357" fmla="*/ 1263367 w 9907829"/>
              <a:gd name="connsiteY357" fmla="*/ 2928800 h 6706386"/>
              <a:gd name="connsiteX358" fmla="*/ 1169593 w 9907829"/>
              <a:gd name="connsiteY358" fmla="*/ 3022571 h 6706386"/>
              <a:gd name="connsiteX359" fmla="*/ 1075821 w 9907829"/>
              <a:gd name="connsiteY359" fmla="*/ 2928800 h 6706386"/>
              <a:gd name="connsiteX360" fmla="*/ 1075886 w 9907829"/>
              <a:gd name="connsiteY360" fmla="*/ 2928480 h 6706386"/>
              <a:gd name="connsiteX361" fmla="*/ 1075821 w 9907829"/>
              <a:gd name="connsiteY361" fmla="*/ 2928162 h 6706386"/>
              <a:gd name="connsiteX362" fmla="*/ 1169593 w 9907829"/>
              <a:gd name="connsiteY362" fmla="*/ 2834388 h 6706386"/>
              <a:gd name="connsiteX363" fmla="*/ 1726451 w 9907829"/>
              <a:gd name="connsiteY363" fmla="*/ 2766301 h 6706386"/>
              <a:gd name="connsiteX364" fmla="*/ 1888947 w 9907829"/>
              <a:gd name="connsiteY364" fmla="*/ 2928798 h 6706386"/>
              <a:gd name="connsiteX365" fmla="*/ 1888947 w 9907829"/>
              <a:gd name="connsiteY365" fmla="*/ 2928802 h 6706386"/>
              <a:gd name="connsiteX366" fmla="*/ 1888947 w 9907829"/>
              <a:gd name="connsiteY366" fmla="*/ 2928807 h 6706386"/>
              <a:gd name="connsiteX367" fmla="*/ 1726451 w 9907829"/>
              <a:gd name="connsiteY367" fmla="*/ 3091304 h 6706386"/>
              <a:gd name="connsiteX368" fmla="*/ 1563954 w 9907829"/>
              <a:gd name="connsiteY368" fmla="*/ 2928807 h 6706386"/>
              <a:gd name="connsiteX369" fmla="*/ 1563955 w 9907829"/>
              <a:gd name="connsiteY369" fmla="*/ 2928802 h 6706386"/>
              <a:gd name="connsiteX370" fmla="*/ 1563954 w 9907829"/>
              <a:gd name="connsiteY370" fmla="*/ 2928798 h 6706386"/>
              <a:gd name="connsiteX371" fmla="*/ 1726451 w 9907829"/>
              <a:gd name="connsiteY371" fmla="*/ 2766301 h 6706386"/>
              <a:gd name="connsiteX372" fmla="*/ 1169593 w 9907829"/>
              <a:gd name="connsiteY372" fmla="*/ 2310279 h 6706386"/>
              <a:gd name="connsiteX373" fmla="*/ 1230610 w 9907829"/>
              <a:gd name="connsiteY373" fmla="*/ 2371297 h 6706386"/>
              <a:gd name="connsiteX374" fmla="*/ 1230476 w 9907829"/>
              <a:gd name="connsiteY374" fmla="*/ 2371620 h 6706386"/>
              <a:gd name="connsiteX375" fmla="*/ 1230610 w 9907829"/>
              <a:gd name="connsiteY375" fmla="*/ 2371944 h 6706386"/>
              <a:gd name="connsiteX376" fmla="*/ 1169593 w 9907829"/>
              <a:gd name="connsiteY376" fmla="*/ 2432962 h 6706386"/>
              <a:gd name="connsiteX377" fmla="*/ 1108577 w 9907829"/>
              <a:gd name="connsiteY377" fmla="*/ 2371944 h 6706386"/>
              <a:gd name="connsiteX378" fmla="*/ 1108712 w 9907829"/>
              <a:gd name="connsiteY378" fmla="*/ 2371620 h 6706386"/>
              <a:gd name="connsiteX379" fmla="*/ 1108577 w 9907829"/>
              <a:gd name="connsiteY379" fmla="*/ 2371297 h 6706386"/>
              <a:gd name="connsiteX380" fmla="*/ 1169593 w 9907829"/>
              <a:gd name="connsiteY380" fmla="*/ 2310279 h 6706386"/>
              <a:gd name="connsiteX381" fmla="*/ 1726451 w 9907829"/>
              <a:gd name="connsiteY381" fmla="*/ 2253761 h 6706386"/>
              <a:gd name="connsiteX382" fmla="*/ 1843989 w 9907829"/>
              <a:gd name="connsiteY382" fmla="*/ 2371298 h 6706386"/>
              <a:gd name="connsiteX383" fmla="*/ 1843924 w 9907829"/>
              <a:gd name="connsiteY383" fmla="*/ 2371620 h 6706386"/>
              <a:gd name="connsiteX384" fmla="*/ 1843989 w 9907829"/>
              <a:gd name="connsiteY384" fmla="*/ 2371944 h 6706386"/>
              <a:gd name="connsiteX385" fmla="*/ 1726451 w 9907829"/>
              <a:gd name="connsiteY385" fmla="*/ 2489484 h 6706386"/>
              <a:gd name="connsiteX386" fmla="*/ 1608913 w 9907829"/>
              <a:gd name="connsiteY386" fmla="*/ 2371944 h 6706386"/>
              <a:gd name="connsiteX387" fmla="*/ 1608979 w 9907829"/>
              <a:gd name="connsiteY387" fmla="*/ 2371620 h 6706386"/>
              <a:gd name="connsiteX388" fmla="*/ 1608913 w 9907829"/>
              <a:gd name="connsiteY388" fmla="*/ 2371298 h 6706386"/>
              <a:gd name="connsiteX389" fmla="*/ 1726451 w 9907829"/>
              <a:gd name="connsiteY389" fmla="*/ 2253761 h 6706386"/>
              <a:gd name="connsiteX390" fmla="*/ 2283309 w 9907829"/>
              <a:gd name="connsiteY390" fmla="*/ 2185682 h 6706386"/>
              <a:gd name="connsiteX391" fmla="*/ 2468929 w 9907829"/>
              <a:gd name="connsiteY391" fmla="*/ 2371298 h 6706386"/>
              <a:gd name="connsiteX392" fmla="*/ 2468866 w 9907829"/>
              <a:gd name="connsiteY392" fmla="*/ 2371620 h 6706386"/>
              <a:gd name="connsiteX393" fmla="*/ 2468929 w 9907829"/>
              <a:gd name="connsiteY393" fmla="*/ 2371946 h 6706386"/>
              <a:gd name="connsiteX394" fmla="*/ 2283309 w 9907829"/>
              <a:gd name="connsiteY394" fmla="*/ 2557571 h 6706386"/>
              <a:gd name="connsiteX395" fmla="*/ 2097690 w 9907829"/>
              <a:gd name="connsiteY395" fmla="*/ 2371946 h 6706386"/>
              <a:gd name="connsiteX396" fmla="*/ 2097756 w 9907829"/>
              <a:gd name="connsiteY396" fmla="*/ 2371620 h 6706386"/>
              <a:gd name="connsiteX397" fmla="*/ 2097690 w 9907829"/>
              <a:gd name="connsiteY397" fmla="*/ 2371298 h 6706386"/>
              <a:gd name="connsiteX398" fmla="*/ 2283309 w 9907829"/>
              <a:gd name="connsiteY398" fmla="*/ 2185682 h 6706386"/>
              <a:gd name="connsiteX399" fmla="*/ 1169594 w 9907829"/>
              <a:gd name="connsiteY399" fmla="*/ 1778474 h 6706386"/>
              <a:gd name="connsiteX400" fmla="*/ 1205562 w 9907829"/>
              <a:gd name="connsiteY400" fmla="*/ 1814442 h 6706386"/>
              <a:gd name="connsiteX401" fmla="*/ 1205428 w 9907829"/>
              <a:gd name="connsiteY401" fmla="*/ 1814767 h 6706386"/>
              <a:gd name="connsiteX402" fmla="*/ 1205562 w 9907829"/>
              <a:gd name="connsiteY402" fmla="*/ 1815092 h 6706386"/>
              <a:gd name="connsiteX403" fmla="*/ 1169594 w 9907829"/>
              <a:gd name="connsiteY403" fmla="*/ 1851060 h 6706386"/>
              <a:gd name="connsiteX404" fmla="*/ 1133626 w 9907829"/>
              <a:gd name="connsiteY404" fmla="*/ 1815092 h 6706386"/>
              <a:gd name="connsiteX405" fmla="*/ 1133762 w 9907829"/>
              <a:gd name="connsiteY405" fmla="*/ 1814767 h 6706386"/>
              <a:gd name="connsiteX406" fmla="*/ 1133626 w 9907829"/>
              <a:gd name="connsiteY406" fmla="*/ 1814442 h 6706386"/>
              <a:gd name="connsiteX407" fmla="*/ 1169594 w 9907829"/>
              <a:gd name="connsiteY407" fmla="*/ 1778474 h 6706386"/>
              <a:gd name="connsiteX408" fmla="*/ 1726452 w 9907829"/>
              <a:gd name="connsiteY408" fmla="*/ 1741232 h 6706386"/>
              <a:gd name="connsiteX409" fmla="*/ 1799672 w 9907829"/>
              <a:gd name="connsiteY409" fmla="*/ 1814452 h 6706386"/>
              <a:gd name="connsiteX410" fmla="*/ 1799608 w 9907829"/>
              <a:gd name="connsiteY410" fmla="*/ 1814767 h 6706386"/>
              <a:gd name="connsiteX411" fmla="*/ 1799672 w 9907829"/>
              <a:gd name="connsiteY411" fmla="*/ 1815083 h 6706386"/>
              <a:gd name="connsiteX412" fmla="*/ 1726452 w 9907829"/>
              <a:gd name="connsiteY412" fmla="*/ 1888303 h 6706386"/>
              <a:gd name="connsiteX413" fmla="*/ 1653232 w 9907829"/>
              <a:gd name="connsiteY413" fmla="*/ 1815083 h 6706386"/>
              <a:gd name="connsiteX414" fmla="*/ 1653296 w 9907829"/>
              <a:gd name="connsiteY414" fmla="*/ 1814767 h 6706386"/>
              <a:gd name="connsiteX415" fmla="*/ 1653232 w 9907829"/>
              <a:gd name="connsiteY415" fmla="*/ 1814452 h 6706386"/>
              <a:gd name="connsiteX416" fmla="*/ 1726452 w 9907829"/>
              <a:gd name="connsiteY416" fmla="*/ 1741232 h 6706386"/>
              <a:gd name="connsiteX417" fmla="*/ 9907829 w 9907829"/>
              <a:gd name="connsiteY417" fmla="*/ 1731583 h 6706386"/>
              <a:gd name="connsiteX418" fmla="*/ 9907829 w 9907829"/>
              <a:gd name="connsiteY418" fmla="*/ 1898575 h 6706386"/>
              <a:gd name="connsiteX419" fmla="*/ 9888560 w 9907829"/>
              <a:gd name="connsiteY419" fmla="*/ 1815080 h 6706386"/>
              <a:gd name="connsiteX420" fmla="*/ 9907829 w 9907829"/>
              <a:gd name="connsiteY420" fmla="*/ 1731583 h 6706386"/>
              <a:gd name="connsiteX421" fmla="*/ 2283183 w 9907829"/>
              <a:gd name="connsiteY421" fmla="*/ 1688074 h 6706386"/>
              <a:gd name="connsiteX422" fmla="*/ 2372650 w 9907829"/>
              <a:gd name="connsiteY422" fmla="*/ 1725132 h 6706386"/>
              <a:gd name="connsiteX423" fmla="*/ 2409711 w 9907829"/>
              <a:gd name="connsiteY423" fmla="*/ 1814602 h 6706386"/>
              <a:gd name="connsiteX424" fmla="*/ 2409710 w 9907829"/>
              <a:gd name="connsiteY424" fmla="*/ 1814607 h 6706386"/>
              <a:gd name="connsiteX425" fmla="*/ 2409711 w 9907829"/>
              <a:gd name="connsiteY425" fmla="*/ 1814611 h 6706386"/>
              <a:gd name="connsiteX426" fmla="*/ 2372650 w 9907829"/>
              <a:gd name="connsiteY426" fmla="*/ 1904081 h 6706386"/>
              <a:gd name="connsiteX427" fmla="*/ 2193714 w 9907829"/>
              <a:gd name="connsiteY427" fmla="*/ 1904081 h 6706386"/>
              <a:gd name="connsiteX428" fmla="*/ 2156655 w 9907829"/>
              <a:gd name="connsiteY428" fmla="*/ 1814611 h 6706386"/>
              <a:gd name="connsiteX429" fmla="*/ 2156655 w 9907829"/>
              <a:gd name="connsiteY429" fmla="*/ 1814607 h 6706386"/>
              <a:gd name="connsiteX430" fmla="*/ 2156655 w 9907829"/>
              <a:gd name="connsiteY430" fmla="*/ 1814602 h 6706386"/>
              <a:gd name="connsiteX431" fmla="*/ 2193714 w 9907829"/>
              <a:gd name="connsiteY431" fmla="*/ 1725133 h 6706386"/>
              <a:gd name="connsiteX432" fmla="*/ 2283183 w 9907829"/>
              <a:gd name="connsiteY432" fmla="*/ 1688074 h 6706386"/>
              <a:gd name="connsiteX433" fmla="*/ 2840168 w 9907829"/>
              <a:gd name="connsiteY433" fmla="*/ 1624326 h 6706386"/>
              <a:gd name="connsiteX434" fmla="*/ 2859379 w 9907829"/>
              <a:gd name="connsiteY434" fmla="*/ 1628209 h 6706386"/>
              <a:gd name="connsiteX435" fmla="*/ 2914040 w 9907829"/>
              <a:gd name="connsiteY435" fmla="*/ 1639228 h 6706386"/>
              <a:gd name="connsiteX436" fmla="*/ 2914096 w 9907829"/>
              <a:gd name="connsiteY436" fmla="*/ 1639266 h 6706386"/>
              <a:gd name="connsiteX437" fmla="*/ 2914312 w 9907829"/>
              <a:gd name="connsiteY437" fmla="*/ 1639310 h 6706386"/>
              <a:gd name="connsiteX438" fmla="*/ 2950154 w 9907829"/>
              <a:gd name="connsiteY438" fmla="*/ 1663524 h 6706386"/>
              <a:gd name="connsiteX439" fmla="*/ 2974485 w 9907829"/>
              <a:gd name="connsiteY439" fmla="*/ 1679893 h 6706386"/>
              <a:gd name="connsiteX440" fmla="*/ 2974572 w 9907829"/>
              <a:gd name="connsiteY440" fmla="*/ 1680020 h 6706386"/>
              <a:gd name="connsiteX441" fmla="*/ 2974726 w 9907829"/>
              <a:gd name="connsiteY441" fmla="*/ 1680125 h 6706386"/>
              <a:gd name="connsiteX442" fmla="*/ 2994843 w 9907829"/>
              <a:gd name="connsiteY442" fmla="*/ 1710029 h 6706386"/>
              <a:gd name="connsiteX443" fmla="*/ 3015300 w 9907829"/>
              <a:gd name="connsiteY443" fmla="*/ 1740308 h 6706386"/>
              <a:gd name="connsiteX444" fmla="*/ 3015336 w 9907829"/>
              <a:gd name="connsiteY444" fmla="*/ 1740490 h 6706386"/>
              <a:gd name="connsiteX445" fmla="*/ 3015391 w 9907829"/>
              <a:gd name="connsiteY445" fmla="*/ 1740569 h 6706386"/>
              <a:gd name="connsiteX446" fmla="*/ 3030282 w 9907829"/>
              <a:gd name="connsiteY446" fmla="*/ 1814442 h 6706386"/>
              <a:gd name="connsiteX447" fmla="*/ 3030281 w 9907829"/>
              <a:gd name="connsiteY447" fmla="*/ 1814448 h 6706386"/>
              <a:gd name="connsiteX448" fmla="*/ 3030282 w 9907829"/>
              <a:gd name="connsiteY448" fmla="*/ 1814453 h 6706386"/>
              <a:gd name="connsiteX449" fmla="*/ 3015391 w 9907829"/>
              <a:gd name="connsiteY449" fmla="*/ 1888324 h 6706386"/>
              <a:gd name="connsiteX450" fmla="*/ 3015336 w 9907829"/>
              <a:gd name="connsiteY450" fmla="*/ 1888403 h 6706386"/>
              <a:gd name="connsiteX451" fmla="*/ 3015300 w 9907829"/>
              <a:gd name="connsiteY451" fmla="*/ 1888585 h 6706386"/>
              <a:gd name="connsiteX452" fmla="*/ 2994895 w 9907829"/>
              <a:gd name="connsiteY452" fmla="*/ 1918790 h 6706386"/>
              <a:gd name="connsiteX453" fmla="*/ 2974726 w 9907829"/>
              <a:gd name="connsiteY453" fmla="*/ 1948769 h 6706386"/>
              <a:gd name="connsiteX454" fmla="*/ 2974572 w 9907829"/>
              <a:gd name="connsiteY454" fmla="*/ 1948874 h 6706386"/>
              <a:gd name="connsiteX455" fmla="*/ 2974485 w 9907829"/>
              <a:gd name="connsiteY455" fmla="*/ 1948999 h 6706386"/>
              <a:gd name="connsiteX456" fmla="*/ 2950250 w 9907829"/>
              <a:gd name="connsiteY456" fmla="*/ 1965305 h 6706386"/>
              <a:gd name="connsiteX457" fmla="*/ 2914312 w 9907829"/>
              <a:gd name="connsiteY457" fmla="*/ 1989583 h 6706386"/>
              <a:gd name="connsiteX458" fmla="*/ 2914096 w 9907829"/>
              <a:gd name="connsiteY458" fmla="*/ 1989627 h 6706386"/>
              <a:gd name="connsiteX459" fmla="*/ 2914040 w 9907829"/>
              <a:gd name="connsiteY459" fmla="*/ 1989664 h 6706386"/>
              <a:gd name="connsiteX460" fmla="*/ 2859639 w 9907829"/>
              <a:gd name="connsiteY460" fmla="*/ 2000631 h 6706386"/>
              <a:gd name="connsiteX461" fmla="*/ 2840168 w 9907829"/>
              <a:gd name="connsiteY461" fmla="*/ 2004566 h 6706386"/>
              <a:gd name="connsiteX462" fmla="*/ 2650053 w 9907829"/>
              <a:gd name="connsiteY462" fmla="*/ 1814453 h 6706386"/>
              <a:gd name="connsiteX463" fmla="*/ 2650055 w 9907829"/>
              <a:gd name="connsiteY463" fmla="*/ 1814448 h 6706386"/>
              <a:gd name="connsiteX464" fmla="*/ 2650053 w 9907829"/>
              <a:gd name="connsiteY464" fmla="*/ 1814442 h 6706386"/>
              <a:gd name="connsiteX465" fmla="*/ 2840168 w 9907829"/>
              <a:gd name="connsiteY465" fmla="*/ 1624326 h 6706386"/>
              <a:gd name="connsiteX466" fmla="*/ 1726452 w 9907829"/>
              <a:gd name="connsiteY466" fmla="*/ 1217762 h 6706386"/>
              <a:gd name="connsiteX467" fmla="*/ 1766273 w 9907829"/>
              <a:gd name="connsiteY467" fmla="*/ 1257583 h 6706386"/>
              <a:gd name="connsiteX468" fmla="*/ 1766272 w 9907829"/>
              <a:gd name="connsiteY468" fmla="*/ 1257587 h 6706386"/>
              <a:gd name="connsiteX469" fmla="*/ 1766273 w 9907829"/>
              <a:gd name="connsiteY469" fmla="*/ 1257592 h 6706386"/>
              <a:gd name="connsiteX470" fmla="*/ 1726452 w 9907829"/>
              <a:gd name="connsiteY470" fmla="*/ 1297412 h 6706386"/>
              <a:gd name="connsiteX471" fmla="*/ 1686631 w 9907829"/>
              <a:gd name="connsiteY471" fmla="*/ 1257592 h 6706386"/>
              <a:gd name="connsiteX472" fmla="*/ 1686633 w 9907829"/>
              <a:gd name="connsiteY472" fmla="*/ 1257587 h 6706386"/>
              <a:gd name="connsiteX473" fmla="*/ 1686631 w 9907829"/>
              <a:gd name="connsiteY473" fmla="*/ 1257583 h 6706386"/>
              <a:gd name="connsiteX474" fmla="*/ 1726452 w 9907829"/>
              <a:gd name="connsiteY474" fmla="*/ 1217762 h 6706386"/>
              <a:gd name="connsiteX475" fmla="*/ 2283309 w 9907829"/>
              <a:gd name="connsiteY475" fmla="*/ 1183722 h 6706386"/>
              <a:gd name="connsiteX476" fmla="*/ 2289931 w 9907829"/>
              <a:gd name="connsiteY476" fmla="*/ 1185063 h 6706386"/>
              <a:gd name="connsiteX477" fmla="*/ 2311921 w 9907829"/>
              <a:gd name="connsiteY477" fmla="*/ 1189491 h 6706386"/>
              <a:gd name="connsiteX478" fmla="*/ 2311979 w 9907829"/>
              <a:gd name="connsiteY478" fmla="*/ 1189530 h 6706386"/>
              <a:gd name="connsiteX479" fmla="*/ 2312191 w 9907829"/>
              <a:gd name="connsiteY479" fmla="*/ 1189572 h 6706386"/>
              <a:gd name="connsiteX480" fmla="*/ 2325865 w 9907829"/>
              <a:gd name="connsiteY480" fmla="*/ 1198842 h 6706386"/>
              <a:gd name="connsiteX481" fmla="*/ 2335415 w 9907829"/>
              <a:gd name="connsiteY481" fmla="*/ 1205247 h 6706386"/>
              <a:gd name="connsiteX482" fmla="*/ 2335503 w 9907829"/>
              <a:gd name="connsiteY482" fmla="*/ 1205376 h 6706386"/>
              <a:gd name="connsiteX483" fmla="*/ 2335655 w 9907829"/>
              <a:gd name="connsiteY483" fmla="*/ 1205479 h 6706386"/>
              <a:gd name="connsiteX484" fmla="*/ 2343315 w 9907829"/>
              <a:gd name="connsiteY484" fmla="*/ 1216902 h 6706386"/>
              <a:gd name="connsiteX485" fmla="*/ 2351320 w 9907829"/>
              <a:gd name="connsiteY485" fmla="*/ 1228711 h 6706386"/>
              <a:gd name="connsiteX486" fmla="*/ 2351358 w 9907829"/>
              <a:gd name="connsiteY486" fmla="*/ 1228894 h 6706386"/>
              <a:gd name="connsiteX487" fmla="*/ 2351411 w 9907829"/>
              <a:gd name="connsiteY487" fmla="*/ 1228973 h 6706386"/>
              <a:gd name="connsiteX488" fmla="*/ 2357170 w 9907829"/>
              <a:gd name="connsiteY488" fmla="*/ 1257585 h 6706386"/>
              <a:gd name="connsiteX489" fmla="*/ 2357170 w 9907829"/>
              <a:gd name="connsiteY489" fmla="*/ 1257589 h 6706386"/>
              <a:gd name="connsiteX490" fmla="*/ 2357170 w 9907829"/>
              <a:gd name="connsiteY490" fmla="*/ 1257593 h 6706386"/>
              <a:gd name="connsiteX491" fmla="*/ 2351411 w 9907829"/>
              <a:gd name="connsiteY491" fmla="*/ 1286203 h 6706386"/>
              <a:gd name="connsiteX492" fmla="*/ 2351358 w 9907829"/>
              <a:gd name="connsiteY492" fmla="*/ 1286284 h 6706386"/>
              <a:gd name="connsiteX493" fmla="*/ 2351320 w 9907829"/>
              <a:gd name="connsiteY493" fmla="*/ 1286467 h 6706386"/>
              <a:gd name="connsiteX494" fmla="*/ 2343311 w 9907829"/>
              <a:gd name="connsiteY494" fmla="*/ 1298281 h 6706386"/>
              <a:gd name="connsiteX495" fmla="*/ 2335655 w 9907829"/>
              <a:gd name="connsiteY495" fmla="*/ 1309697 h 6706386"/>
              <a:gd name="connsiteX496" fmla="*/ 2335503 w 9907829"/>
              <a:gd name="connsiteY496" fmla="*/ 1309802 h 6706386"/>
              <a:gd name="connsiteX497" fmla="*/ 2335415 w 9907829"/>
              <a:gd name="connsiteY497" fmla="*/ 1309930 h 6706386"/>
              <a:gd name="connsiteX498" fmla="*/ 2325840 w 9907829"/>
              <a:gd name="connsiteY498" fmla="*/ 1316351 h 6706386"/>
              <a:gd name="connsiteX499" fmla="*/ 2312191 w 9907829"/>
              <a:gd name="connsiteY499" fmla="*/ 1325604 h 6706386"/>
              <a:gd name="connsiteX500" fmla="*/ 2311981 w 9907829"/>
              <a:gd name="connsiteY500" fmla="*/ 1325647 h 6706386"/>
              <a:gd name="connsiteX501" fmla="*/ 2311921 w 9907829"/>
              <a:gd name="connsiteY501" fmla="*/ 1325687 h 6706386"/>
              <a:gd name="connsiteX502" fmla="*/ 2289573 w 9907829"/>
              <a:gd name="connsiteY502" fmla="*/ 1330186 h 6706386"/>
              <a:gd name="connsiteX503" fmla="*/ 2283309 w 9907829"/>
              <a:gd name="connsiteY503" fmla="*/ 1331454 h 6706386"/>
              <a:gd name="connsiteX504" fmla="*/ 2209446 w 9907829"/>
              <a:gd name="connsiteY504" fmla="*/ 1257593 h 6706386"/>
              <a:gd name="connsiteX505" fmla="*/ 2209449 w 9907829"/>
              <a:gd name="connsiteY505" fmla="*/ 1257589 h 6706386"/>
              <a:gd name="connsiteX506" fmla="*/ 2209446 w 9907829"/>
              <a:gd name="connsiteY506" fmla="*/ 1257585 h 6706386"/>
              <a:gd name="connsiteX507" fmla="*/ 2283309 w 9907829"/>
              <a:gd name="connsiteY507" fmla="*/ 1183722 h 6706386"/>
              <a:gd name="connsiteX508" fmla="*/ 2840166 w 9907829"/>
              <a:gd name="connsiteY508" fmla="*/ 1135550 h 6706386"/>
              <a:gd name="connsiteX509" fmla="*/ 2962201 w 9907829"/>
              <a:gd name="connsiteY509" fmla="*/ 1257583 h 6706386"/>
              <a:gd name="connsiteX510" fmla="*/ 2962201 w 9907829"/>
              <a:gd name="connsiteY510" fmla="*/ 1257588 h 6706386"/>
              <a:gd name="connsiteX511" fmla="*/ 2962201 w 9907829"/>
              <a:gd name="connsiteY511" fmla="*/ 1257592 h 6706386"/>
              <a:gd name="connsiteX512" fmla="*/ 2840166 w 9907829"/>
              <a:gd name="connsiteY512" fmla="*/ 1379625 h 6706386"/>
              <a:gd name="connsiteX513" fmla="*/ 2718134 w 9907829"/>
              <a:gd name="connsiteY513" fmla="*/ 1257592 h 6706386"/>
              <a:gd name="connsiteX514" fmla="*/ 2718135 w 9907829"/>
              <a:gd name="connsiteY514" fmla="*/ 1257588 h 6706386"/>
              <a:gd name="connsiteX515" fmla="*/ 2718134 w 9907829"/>
              <a:gd name="connsiteY515" fmla="*/ 1257583 h 6706386"/>
              <a:gd name="connsiteX516" fmla="*/ 2840166 w 9907829"/>
              <a:gd name="connsiteY516" fmla="*/ 1135550 h 6706386"/>
              <a:gd name="connsiteX517" fmla="*/ 9524387 w 9907829"/>
              <a:gd name="connsiteY517" fmla="*/ 1083526 h 6706386"/>
              <a:gd name="connsiteX518" fmla="*/ 9698445 w 9907829"/>
              <a:gd name="connsiteY518" fmla="*/ 1257586 h 6706386"/>
              <a:gd name="connsiteX519" fmla="*/ 9698379 w 9907829"/>
              <a:gd name="connsiteY519" fmla="*/ 1257912 h 6706386"/>
              <a:gd name="connsiteX520" fmla="*/ 9698445 w 9907829"/>
              <a:gd name="connsiteY520" fmla="*/ 1258239 h 6706386"/>
              <a:gd name="connsiteX521" fmla="*/ 9524387 w 9907829"/>
              <a:gd name="connsiteY521" fmla="*/ 1432296 h 6706386"/>
              <a:gd name="connsiteX522" fmla="*/ 9350329 w 9907829"/>
              <a:gd name="connsiteY522" fmla="*/ 1258239 h 6706386"/>
              <a:gd name="connsiteX523" fmla="*/ 9350396 w 9907829"/>
              <a:gd name="connsiteY523" fmla="*/ 1257911 h 6706386"/>
              <a:gd name="connsiteX524" fmla="*/ 9350329 w 9907829"/>
              <a:gd name="connsiteY524" fmla="*/ 1257586 h 6706386"/>
              <a:gd name="connsiteX525" fmla="*/ 9524387 w 9907829"/>
              <a:gd name="connsiteY525" fmla="*/ 1083526 h 6706386"/>
              <a:gd name="connsiteX526" fmla="*/ 3397667 w 9907829"/>
              <a:gd name="connsiteY526" fmla="*/ 1083526 h 6706386"/>
              <a:gd name="connsiteX527" fmla="*/ 3571726 w 9907829"/>
              <a:gd name="connsiteY527" fmla="*/ 1257583 h 6706386"/>
              <a:gd name="connsiteX528" fmla="*/ 3571660 w 9907829"/>
              <a:gd name="connsiteY528" fmla="*/ 1257910 h 6706386"/>
              <a:gd name="connsiteX529" fmla="*/ 3571726 w 9907829"/>
              <a:gd name="connsiteY529" fmla="*/ 1258237 h 6706386"/>
              <a:gd name="connsiteX530" fmla="*/ 3397667 w 9907829"/>
              <a:gd name="connsiteY530" fmla="*/ 1432293 h 6706386"/>
              <a:gd name="connsiteX531" fmla="*/ 3223609 w 9907829"/>
              <a:gd name="connsiteY531" fmla="*/ 1258237 h 6706386"/>
              <a:gd name="connsiteX532" fmla="*/ 3223676 w 9907829"/>
              <a:gd name="connsiteY532" fmla="*/ 1257910 h 6706386"/>
              <a:gd name="connsiteX533" fmla="*/ 3223609 w 9907829"/>
              <a:gd name="connsiteY533" fmla="*/ 1257583 h 6706386"/>
              <a:gd name="connsiteX534" fmla="*/ 3397667 w 9907829"/>
              <a:gd name="connsiteY534" fmla="*/ 1083526 h 6706386"/>
              <a:gd name="connsiteX535" fmla="*/ 3985091 w 9907829"/>
              <a:gd name="connsiteY535" fmla="*/ 1035050 h 6706386"/>
              <a:gd name="connsiteX536" fmla="*/ 3999885 w 9907829"/>
              <a:gd name="connsiteY536" fmla="*/ 1038730 h 6706386"/>
              <a:gd name="connsiteX537" fmla="*/ 4006300 w 9907829"/>
              <a:gd name="connsiteY537" fmla="*/ 1038985 h 6706386"/>
              <a:gd name="connsiteX538" fmla="*/ 4012914 w 9907829"/>
              <a:gd name="connsiteY538" fmla="*/ 1041971 h 6706386"/>
              <a:gd name="connsiteX539" fmla="*/ 4032126 w 9907829"/>
              <a:gd name="connsiteY539" fmla="*/ 1046750 h 6706386"/>
              <a:gd name="connsiteX540" fmla="*/ 4075781 w 9907829"/>
              <a:gd name="connsiteY540" fmla="*/ 1068355 h 6706386"/>
              <a:gd name="connsiteX541" fmla="*/ 4081393 w 9907829"/>
              <a:gd name="connsiteY541" fmla="*/ 1072885 h 6706386"/>
              <a:gd name="connsiteX542" fmla="*/ 4084846 w 9907829"/>
              <a:gd name="connsiteY542" fmla="*/ 1074445 h 6706386"/>
              <a:gd name="connsiteX543" fmla="*/ 4089571 w 9907829"/>
              <a:gd name="connsiteY543" fmla="*/ 1079489 h 6706386"/>
              <a:gd name="connsiteX544" fmla="*/ 4114288 w 9907829"/>
              <a:gd name="connsiteY544" fmla="*/ 1099448 h 6706386"/>
              <a:gd name="connsiteX545" fmla="*/ 4145805 w 9907829"/>
              <a:gd name="connsiteY545" fmla="*/ 1139522 h 6706386"/>
              <a:gd name="connsiteX546" fmla="*/ 4145875 w 9907829"/>
              <a:gd name="connsiteY546" fmla="*/ 1139595 h 6706386"/>
              <a:gd name="connsiteX547" fmla="*/ 4176845 w 9907829"/>
              <a:gd name="connsiteY547" fmla="*/ 1223321 h 6706386"/>
              <a:gd name="connsiteX548" fmla="*/ 4176845 w 9907829"/>
              <a:gd name="connsiteY548" fmla="*/ 1223333 h 6706386"/>
              <a:gd name="connsiteX549" fmla="*/ 4176845 w 9907829"/>
              <a:gd name="connsiteY549" fmla="*/ 1223336 h 6706386"/>
              <a:gd name="connsiteX550" fmla="*/ 4072815 w 9907829"/>
              <a:gd name="connsiteY550" fmla="*/ 1449022 h 6706386"/>
              <a:gd name="connsiteX551" fmla="*/ 3763402 w 9907829"/>
              <a:gd name="connsiteY551" fmla="*/ 1375963 h 6706386"/>
              <a:gd name="connsiteX552" fmla="*/ 3732430 w 9907829"/>
              <a:gd name="connsiteY552" fmla="*/ 1292239 h 6706386"/>
              <a:gd name="connsiteX553" fmla="*/ 3732432 w 9907829"/>
              <a:gd name="connsiteY553" fmla="*/ 1292226 h 6706386"/>
              <a:gd name="connsiteX554" fmla="*/ 3732430 w 9907829"/>
              <a:gd name="connsiteY554" fmla="*/ 1292225 h 6706386"/>
              <a:gd name="connsiteX555" fmla="*/ 3836462 w 9907829"/>
              <a:gd name="connsiteY555" fmla="*/ 1066536 h 6706386"/>
              <a:gd name="connsiteX556" fmla="*/ 3920187 w 9907829"/>
              <a:gd name="connsiteY556" fmla="*/ 1035565 h 6706386"/>
              <a:gd name="connsiteX557" fmla="*/ 3920506 w 9907829"/>
              <a:gd name="connsiteY557" fmla="*/ 1035578 h 6706386"/>
              <a:gd name="connsiteX558" fmla="*/ 8967529 w 9907829"/>
              <a:gd name="connsiteY558" fmla="*/ 1032788 h 6706386"/>
              <a:gd name="connsiteX559" fmla="*/ 9192327 w 9907829"/>
              <a:gd name="connsiteY559" fmla="*/ 1257587 h 6706386"/>
              <a:gd name="connsiteX560" fmla="*/ 9192326 w 9907829"/>
              <a:gd name="connsiteY560" fmla="*/ 1257592 h 6706386"/>
              <a:gd name="connsiteX561" fmla="*/ 9192327 w 9907829"/>
              <a:gd name="connsiteY561" fmla="*/ 1257597 h 6706386"/>
              <a:gd name="connsiteX562" fmla="*/ 8967529 w 9907829"/>
              <a:gd name="connsiteY562" fmla="*/ 1482394 h 6706386"/>
              <a:gd name="connsiteX563" fmla="*/ 8742731 w 9907829"/>
              <a:gd name="connsiteY563" fmla="*/ 1257597 h 6706386"/>
              <a:gd name="connsiteX564" fmla="*/ 8742732 w 9907829"/>
              <a:gd name="connsiteY564" fmla="*/ 1257592 h 6706386"/>
              <a:gd name="connsiteX565" fmla="*/ 8742731 w 9907829"/>
              <a:gd name="connsiteY565" fmla="*/ 1257587 h 6706386"/>
              <a:gd name="connsiteX566" fmla="*/ 8967529 w 9907829"/>
              <a:gd name="connsiteY566" fmla="*/ 1032788 h 6706386"/>
              <a:gd name="connsiteX567" fmla="*/ 2283309 w 9907829"/>
              <a:gd name="connsiteY567" fmla="*/ 662831 h 6706386"/>
              <a:gd name="connsiteX568" fmla="*/ 2309964 w 9907829"/>
              <a:gd name="connsiteY568" fmla="*/ 673830 h 6706386"/>
              <a:gd name="connsiteX569" fmla="*/ 2310039 w 9907829"/>
              <a:gd name="connsiteY569" fmla="*/ 674008 h 6706386"/>
              <a:gd name="connsiteX570" fmla="*/ 2310206 w 9907829"/>
              <a:gd name="connsiteY570" fmla="*/ 674077 h 6706386"/>
              <a:gd name="connsiteX571" fmla="*/ 2320996 w 9907829"/>
              <a:gd name="connsiteY571" fmla="*/ 700227 h 6706386"/>
              <a:gd name="connsiteX572" fmla="*/ 2321205 w 9907829"/>
              <a:gd name="connsiteY572" fmla="*/ 700726 h 6706386"/>
              <a:gd name="connsiteX573" fmla="*/ 2321202 w 9907829"/>
              <a:gd name="connsiteY573" fmla="*/ 700728 h 6706386"/>
              <a:gd name="connsiteX574" fmla="*/ 2321205 w 9907829"/>
              <a:gd name="connsiteY574" fmla="*/ 700732 h 6706386"/>
              <a:gd name="connsiteX575" fmla="*/ 2320996 w 9907829"/>
              <a:gd name="connsiteY575" fmla="*/ 701231 h 6706386"/>
              <a:gd name="connsiteX576" fmla="*/ 2310206 w 9907829"/>
              <a:gd name="connsiteY576" fmla="*/ 727380 h 6706386"/>
              <a:gd name="connsiteX577" fmla="*/ 2310039 w 9907829"/>
              <a:gd name="connsiteY577" fmla="*/ 727450 h 6706386"/>
              <a:gd name="connsiteX578" fmla="*/ 2309964 w 9907829"/>
              <a:gd name="connsiteY578" fmla="*/ 727628 h 6706386"/>
              <a:gd name="connsiteX579" fmla="*/ 2283309 w 9907829"/>
              <a:gd name="connsiteY579" fmla="*/ 738627 h 6706386"/>
              <a:gd name="connsiteX580" fmla="*/ 2282587 w 9907829"/>
              <a:gd name="connsiteY580" fmla="*/ 738324 h 6706386"/>
              <a:gd name="connsiteX581" fmla="*/ 2256415 w 9907829"/>
              <a:gd name="connsiteY581" fmla="*/ 727622 h 6706386"/>
              <a:gd name="connsiteX582" fmla="*/ 2245705 w 9907829"/>
              <a:gd name="connsiteY582" fmla="*/ 701435 h 6706386"/>
              <a:gd name="connsiteX583" fmla="*/ 2245414 w 9907829"/>
              <a:gd name="connsiteY583" fmla="*/ 700732 h 6706386"/>
              <a:gd name="connsiteX584" fmla="*/ 2245417 w 9907829"/>
              <a:gd name="connsiteY584" fmla="*/ 700728 h 6706386"/>
              <a:gd name="connsiteX585" fmla="*/ 2245414 w 9907829"/>
              <a:gd name="connsiteY585" fmla="*/ 700726 h 6706386"/>
              <a:gd name="connsiteX586" fmla="*/ 2245705 w 9907829"/>
              <a:gd name="connsiteY586" fmla="*/ 700022 h 6706386"/>
              <a:gd name="connsiteX587" fmla="*/ 2256415 w 9907829"/>
              <a:gd name="connsiteY587" fmla="*/ 673836 h 6706386"/>
              <a:gd name="connsiteX588" fmla="*/ 2282587 w 9907829"/>
              <a:gd name="connsiteY588" fmla="*/ 663133 h 6706386"/>
              <a:gd name="connsiteX589" fmla="*/ 2840166 w 9907829"/>
              <a:gd name="connsiteY589" fmla="*/ 635213 h 6706386"/>
              <a:gd name="connsiteX590" fmla="*/ 2905681 w 9907829"/>
              <a:gd name="connsiteY590" fmla="*/ 700726 h 6706386"/>
              <a:gd name="connsiteX591" fmla="*/ 2905681 w 9907829"/>
              <a:gd name="connsiteY591" fmla="*/ 700729 h 6706386"/>
              <a:gd name="connsiteX592" fmla="*/ 2905681 w 9907829"/>
              <a:gd name="connsiteY592" fmla="*/ 700732 h 6706386"/>
              <a:gd name="connsiteX593" fmla="*/ 2840166 w 9907829"/>
              <a:gd name="connsiteY593" fmla="*/ 766245 h 6706386"/>
              <a:gd name="connsiteX594" fmla="*/ 2774655 w 9907829"/>
              <a:gd name="connsiteY594" fmla="*/ 700732 h 6706386"/>
              <a:gd name="connsiteX595" fmla="*/ 2774657 w 9907829"/>
              <a:gd name="connsiteY595" fmla="*/ 700729 h 6706386"/>
              <a:gd name="connsiteX596" fmla="*/ 2774655 w 9907829"/>
              <a:gd name="connsiteY596" fmla="*/ 700726 h 6706386"/>
              <a:gd name="connsiteX597" fmla="*/ 2840166 w 9907829"/>
              <a:gd name="connsiteY597" fmla="*/ 635213 h 6706386"/>
              <a:gd name="connsiteX598" fmla="*/ 9524387 w 9907829"/>
              <a:gd name="connsiteY598" fmla="*/ 601816 h 6706386"/>
              <a:gd name="connsiteX599" fmla="*/ 9623299 w 9907829"/>
              <a:gd name="connsiteY599" fmla="*/ 700727 h 6706386"/>
              <a:gd name="connsiteX600" fmla="*/ 9623298 w 9907829"/>
              <a:gd name="connsiteY600" fmla="*/ 700731 h 6706386"/>
              <a:gd name="connsiteX601" fmla="*/ 9623299 w 9907829"/>
              <a:gd name="connsiteY601" fmla="*/ 700734 h 6706386"/>
              <a:gd name="connsiteX602" fmla="*/ 9524387 w 9907829"/>
              <a:gd name="connsiteY602" fmla="*/ 799647 h 6706386"/>
              <a:gd name="connsiteX603" fmla="*/ 9425476 w 9907829"/>
              <a:gd name="connsiteY603" fmla="*/ 700734 h 6706386"/>
              <a:gd name="connsiteX604" fmla="*/ 9425477 w 9907829"/>
              <a:gd name="connsiteY604" fmla="*/ 700731 h 6706386"/>
              <a:gd name="connsiteX605" fmla="*/ 9425476 w 9907829"/>
              <a:gd name="connsiteY605" fmla="*/ 700727 h 6706386"/>
              <a:gd name="connsiteX606" fmla="*/ 9524387 w 9907829"/>
              <a:gd name="connsiteY606" fmla="*/ 601816 h 6706386"/>
              <a:gd name="connsiteX607" fmla="*/ 3397667 w 9907829"/>
              <a:gd name="connsiteY607" fmla="*/ 601815 h 6706386"/>
              <a:gd name="connsiteX608" fmla="*/ 3496579 w 9907829"/>
              <a:gd name="connsiteY608" fmla="*/ 700726 h 6706386"/>
              <a:gd name="connsiteX609" fmla="*/ 3496579 w 9907829"/>
              <a:gd name="connsiteY609" fmla="*/ 700729 h 6706386"/>
              <a:gd name="connsiteX610" fmla="*/ 3496579 w 9907829"/>
              <a:gd name="connsiteY610" fmla="*/ 700733 h 6706386"/>
              <a:gd name="connsiteX611" fmla="*/ 3397667 w 9907829"/>
              <a:gd name="connsiteY611" fmla="*/ 799643 h 6706386"/>
              <a:gd name="connsiteX612" fmla="*/ 3383469 w 9907829"/>
              <a:gd name="connsiteY612" fmla="*/ 796774 h 6706386"/>
              <a:gd name="connsiteX613" fmla="*/ 3359090 w 9907829"/>
              <a:gd name="connsiteY613" fmla="*/ 791860 h 6706386"/>
              <a:gd name="connsiteX614" fmla="*/ 3306263 w 9907829"/>
              <a:gd name="connsiteY614" fmla="*/ 739212 h 6706386"/>
              <a:gd name="connsiteX615" fmla="*/ 3298794 w 9907829"/>
              <a:gd name="connsiteY615" fmla="*/ 700922 h 6706386"/>
              <a:gd name="connsiteX616" fmla="*/ 3298756 w 9907829"/>
              <a:gd name="connsiteY616" fmla="*/ 700733 h 6706386"/>
              <a:gd name="connsiteX617" fmla="*/ 3298757 w 9907829"/>
              <a:gd name="connsiteY617" fmla="*/ 700729 h 6706386"/>
              <a:gd name="connsiteX618" fmla="*/ 3298756 w 9907829"/>
              <a:gd name="connsiteY618" fmla="*/ 700726 h 6706386"/>
              <a:gd name="connsiteX619" fmla="*/ 3298794 w 9907829"/>
              <a:gd name="connsiteY619" fmla="*/ 700536 h 6706386"/>
              <a:gd name="connsiteX620" fmla="*/ 3306263 w 9907829"/>
              <a:gd name="connsiteY620" fmla="*/ 662246 h 6706386"/>
              <a:gd name="connsiteX621" fmla="*/ 3359090 w 9907829"/>
              <a:gd name="connsiteY621" fmla="*/ 609599 h 6706386"/>
              <a:gd name="connsiteX622" fmla="*/ 3382942 w 9907829"/>
              <a:gd name="connsiteY622" fmla="*/ 604790 h 6706386"/>
              <a:gd name="connsiteX623" fmla="*/ 8967528 w 9907829"/>
              <a:gd name="connsiteY623" fmla="*/ 560709 h 6706386"/>
              <a:gd name="connsiteX624" fmla="*/ 9107546 w 9907829"/>
              <a:gd name="connsiteY624" fmla="*/ 700727 h 6706386"/>
              <a:gd name="connsiteX625" fmla="*/ 9107545 w 9907829"/>
              <a:gd name="connsiteY625" fmla="*/ 700731 h 6706386"/>
              <a:gd name="connsiteX626" fmla="*/ 9107546 w 9907829"/>
              <a:gd name="connsiteY626" fmla="*/ 700734 h 6706386"/>
              <a:gd name="connsiteX627" fmla="*/ 8967528 w 9907829"/>
              <a:gd name="connsiteY627" fmla="*/ 840753 h 6706386"/>
              <a:gd name="connsiteX628" fmla="*/ 8827512 w 9907829"/>
              <a:gd name="connsiteY628" fmla="*/ 700734 h 6706386"/>
              <a:gd name="connsiteX629" fmla="*/ 8827513 w 9907829"/>
              <a:gd name="connsiteY629" fmla="*/ 700731 h 6706386"/>
              <a:gd name="connsiteX630" fmla="*/ 8827512 w 9907829"/>
              <a:gd name="connsiteY630" fmla="*/ 700727 h 6706386"/>
              <a:gd name="connsiteX631" fmla="*/ 8827837 w 9907829"/>
              <a:gd name="connsiteY631" fmla="*/ 699122 h 6706386"/>
              <a:gd name="connsiteX632" fmla="*/ 8838551 w 9907829"/>
              <a:gd name="connsiteY632" fmla="*/ 646071 h 6706386"/>
              <a:gd name="connsiteX633" fmla="*/ 8913135 w 9907829"/>
              <a:gd name="connsiteY633" fmla="*/ 571667 h 6706386"/>
              <a:gd name="connsiteX634" fmla="*/ 8962419 w 9907829"/>
              <a:gd name="connsiteY634" fmla="*/ 561746 h 6706386"/>
              <a:gd name="connsiteX635" fmla="*/ 3954526 w 9907829"/>
              <a:gd name="connsiteY635" fmla="*/ 560708 h 6706386"/>
              <a:gd name="connsiteX636" fmla="*/ 4094542 w 9907829"/>
              <a:gd name="connsiteY636" fmla="*/ 700726 h 6706386"/>
              <a:gd name="connsiteX637" fmla="*/ 4094542 w 9907829"/>
              <a:gd name="connsiteY637" fmla="*/ 700729 h 6706386"/>
              <a:gd name="connsiteX638" fmla="*/ 4094542 w 9907829"/>
              <a:gd name="connsiteY638" fmla="*/ 700733 h 6706386"/>
              <a:gd name="connsiteX639" fmla="*/ 3954526 w 9907829"/>
              <a:gd name="connsiteY639" fmla="*/ 840752 h 6706386"/>
              <a:gd name="connsiteX640" fmla="*/ 3814508 w 9907829"/>
              <a:gd name="connsiteY640" fmla="*/ 700733 h 6706386"/>
              <a:gd name="connsiteX641" fmla="*/ 3814509 w 9907829"/>
              <a:gd name="connsiteY641" fmla="*/ 700729 h 6706386"/>
              <a:gd name="connsiteX642" fmla="*/ 3814508 w 9907829"/>
              <a:gd name="connsiteY642" fmla="*/ 700726 h 6706386"/>
              <a:gd name="connsiteX643" fmla="*/ 3814798 w 9907829"/>
              <a:gd name="connsiteY643" fmla="*/ 699297 h 6706386"/>
              <a:gd name="connsiteX644" fmla="*/ 3825547 w 9907829"/>
              <a:gd name="connsiteY644" fmla="*/ 646068 h 6706386"/>
              <a:gd name="connsiteX645" fmla="*/ 3900132 w 9907829"/>
              <a:gd name="connsiteY645" fmla="*/ 571664 h 6706386"/>
              <a:gd name="connsiteX646" fmla="*/ 3950168 w 9907829"/>
              <a:gd name="connsiteY646" fmla="*/ 561592 h 6706386"/>
              <a:gd name="connsiteX647" fmla="*/ 8410672 w 9907829"/>
              <a:gd name="connsiteY647" fmla="*/ 526027 h 6706386"/>
              <a:gd name="connsiteX648" fmla="*/ 8585372 w 9907829"/>
              <a:gd name="connsiteY648" fmla="*/ 700727 h 6706386"/>
              <a:gd name="connsiteX649" fmla="*/ 8585371 w 9907829"/>
              <a:gd name="connsiteY649" fmla="*/ 700731 h 6706386"/>
              <a:gd name="connsiteX650" fmla="*/ 8585372 w 9907829"/>
              <a:gd name="connsiteY650" fmla="*/ 700734 h 6706386"/>
              <a:gd name="connsiteX651" fmla="*/ 8410672 w 9907829"/>
              <a:gd name="connsiteY651" fmla="*/ 875437 h 6706386"/>
              <a:gd name="connsiteX652" fmla="*/ 8235971 w 9907829"/>
              <a:gd name="connsiteY652" fmla="*/ 700734 h 6706386"/>
              <a:gd name="connsiteX653" fmla="*/ 8235973 w 9907829"/>
              <a:gd name="connsiteY653" fmla="*/ 700731 h 6706386"/>
              <a:gd name="connsiteX654" fmla="*/ 8235971 w 9907829"/>
              <a:gd name="connsiteY654" fmla="*/ 700727 h 6706386"/>
              <a:gd name="connsiteX655" fmla="*/ 8410672 w 9907829"/>
              <a:gd name="connsiteY655" fmla="*/ 526027 h 6706386"/>
              <a:gd name="connsiteX656" fmla="*/ 4511383 w 9907829"/>
              <a:gd name="connsiteY656" fmla="*/ 523456 h 6706386"/>
              <a:gd name="connsiteX657" fmla="*/ 4525910 w 9907829"/>
              <a:gd name="connsiteY657" fmla="*/ 526391 h 6706386"/>
              <a:gd name="connsiteX658" fmla="*/ 4580269 w 9907829"/>
              <a:gd name="connsiteY658" fmla="*/ 537344 h 6706386"/>
              <a:gd name="connsiteX659" fmla="*/ 4580329 w 9907829"/>
              <a:gd name="connsiteY659" fmla="*/ 537384 h 6706386"/>
              <a:gd name="connsiteX660" fmla="*/ 4580539 w 9907829"/>
              <a:gd name="connsiteY660" fmla="*/ 537427 h 6706386"/>
              <a:gd name="connsiteX661" fmla="*/ 4613420 w 9907829"/>
              <a:gd name="connsiteY661" fmla="*/ 559640 h 6706386"/>
              <a:gd name="connsiteX662" fmla="*/ 4636628 w 9907829"/>
              <a:gd name="connsiteY662" fmla="*/ 575248 h 6706386"/>
              <a:gd name="connsiteX663" fmla="*/ 4636716 w 9907829"/>
              <a:gd name="connsiteY663" fmla="*/ 575377 h 6706386"/>
              <a:gd name="connsiteX664" fmla="*/ 4636869 w 9907829"/>
              <a:gd name="connsiteY664" fmla="*/ 575481 h 6706386"/>
              <a:gd name="connsiteX665" fmla="*/ 4655387 w 9907829"/>
              <a:gd name="connsiteY665" fmla="*/ 603014 h 6706386"/>
              <a:gd name="connsiteX666" fmla="*/ 4674683 w 9907829"/>
              <a:gd name="connsiteY666" fmla="*/ 631578 h 6706386"/>
              <a:gd name="connsiteX667" fmla="*/ 4674721 w 9907829"/>
              <a:gd name="connsiteY667" fmla="*/ 631762 h 6706386"/>
              <a:gd name="connsiteX668" fmla="*/ 4674773 w 9907829"/>
              <a:gd name="connsiteY668" fmla="*/ 631841 h 6706386"/>
              <a:gd name="connsiteX669" fmla="*/ 4688653 w 9907829"/>
              <a:gd name="connsiteY669" fmla="*/ 700726 h 6706386"/>
              <a:gd name="connsiteX670" fmla="*/ 4688653 w 9907829"/>
              <a:gd name="connsiteY670" fmla="*/ 700729 h 6706386"/>
              <a:gd name="connsiteX671" fmla="*/ 4688653 w 9907829"/>
              <a:gd name="connsiteY671" fmla="*/ 700733 h 6706386"/>
              <a:gd name="connsiteX672" fmla="*/ 4674773 w 9907829"/>
              <a:gd name="connsiteY672" fmla="*/ 769618 h 6706386"/>
              <a:gd name="connsiteX673" fmla="*/ 4674721 w 9907829"/>
              <a:gd name="connsiteY673" fmla="*/ 769698 h 6706386"/>
              <a:gd name="connsiteX674" fmla="*/ 4674683 w 9907829"/>
              <a:gd name="connsiteY674" fmla="*/ 769882 h 6706386"/>
              <a:gd name="connsiteX675" fmla="*/ 4655424 w 9907829"/>
              <a:gd name="connsiteY675" fmla="*/ 798388 h 6706386"/>
              <a:gd name="connsiteX676" fmla="*/ 4636869 w 9907829"/>
              <a:gd name="connsiteY676" fmla="*/ 825980 h 6706386"/>
              <a:gd name="connsiteX677" fmla="*/ 4636716 w 9907829"/>
              <a:gd name="connsiteY677" fmla="*/ 826084 h 6706386"/>
              <a:gd name="connsiteX678" fmla="*/ 4636628 w 9907829"/>
              <a:gd name="connsiteY678" fmla="*/ 826212 h 6706386"/>
              <a:gd name="connsiteX679" fmla="*/ 4613620 w 9907829"/>
              <a:gd name="connsiteY679" fmla="*/ 841687 h 6706386"/>
              <a:gd name="connsiteX680" fmla="*/ 4580539 w 9907829"/>
              <a:gd name="connsiteY680" fmla="*/ 864035 h 6706386"/>
              <a:gd name="connsiteX681" fmla="*/ 4580326 w 9907829"/>
              <a:gd name="connsiteY681" fmla="*/ 864079 h 6706386"/>
              <a:gd name="connsiteX682" fmla="*/ 4580269 w 9907829"/>
              <a:gd name="connsiteY682" fmla="*/ 864118 h 6706386"/>
              <a:gd name="connsiteX683" fmla="*/ 4527549 w 9907829"/>
              <a:gd name="connsiteY683" fmla="*/ 874740 h 6706386"/>
              <a:gd name="connsiteX684" fmla="*/ 4511383 w 9907829"/>
              <a:gd name="connsiteY684" fmla="*/ 878004 h 6706386"/>
              <a:gd name="connsiteX685" fmla="*/ 4334114 w 9907829"/>
              <a:gd name="connsiteY685" fmla="*/ 700733 h 6706386"/>
              <a:gd name="connsiteX686" fmla="*/ 4334115 w 9907829"/>
              <a:gd name="connsiteY686" fmla="*/ 700729 h 6706386"/>
              <a:gd name="connsiteX687" fmla="*/ 4334114 w 9907829"/>
              <a:gd name="connsiteY687" fmla="*/ 700726 h 6706386"/>
              <a:gd name="connsiteX688" fmla="*/ 4511383 w 9907829"/>
              <a:gd name="connsiteY688" fmla="*/ 523456 h 6706386"/>
              <a:gd name="connsiteX689" fmla="*/ 7853813 w 9907829"/>
              <a:gd name="connsiteY689" fmla="*/ 495840 h 6706386"/>
              <a:gd name="connsiteX690" fmla="*/ 8058701 w 9907829"/>
              <a:gd name="connsiteY690" fmla="*/ 700727 h 6706386"/>
              <a:gd name="connsiteX691" fmla="*/ 8058699 w 9907829"/>
              <a:gd name="connsiteY691" fmla="*/ 700731 h 6706386"/>
              <a:gd name="connsiteX692" fmla="*/ 8058701 w 9907829"/>
              <a:gd name="connsiteY692" fmla="*/ 700734 h 6706386"/>
              <a:gd name="connsiteX693" fmla="*/ 7853813 w 9907829"/>
              <a:gd name="connsiteY693" fmla="*/ 905624 h 6706386"/>
              <a:gd name="connsiteX694" fmla="*/ 7840604 w 9907829"/>
              <a:gd name="connsiteY694" fmla="*/ 902954 h 6706386"/>
              <a:gd name="connsiteX695" fmla="*/ 7773839 w 9907829"/>
              <a:gd name="connsiteY695" fmla="*/ 889499 h 6706386"/>
              <a:gd name="connsiteX696" fmla="*/ 7664953 w 9907829"/>
              <a:gd name="connsiteY696" fmla="*/ 780429 h 6706386"/>
              <a:gd name="connsiteX697" fmla="*/ 7649199 w 9907829"/>
              <a:gd name="connsiteY697" fmla="*/ 702084 h 6706386"/>
              <a:gd name="connsiteX698" fmla="*/ 7648926 w 9907829"/>
              <a:gd name="connsiteY698" fmla="*/ 700734 h 6706386"/>
              <a:gd name="connsiteX699" fmla="*/ 7648927 w 9907829"/>
              <a:gd name="connsiteY699" fmla="*/ 700731 h 6706386"/>
              <a:gd name="connsiteX700" fmla="*/ 7648926 w 9907829"/>
              <a:gd name="connsiteY700" fmla="*/ 700727 h 6706386"/>
              <a:gd name="connsiteX701" fmla="*/ 7649199 w 9907829"/>
              <a:gd name="connsiteY701" fmla="*/ 699377 h 6706386"/>
              <a:gd name="connsiteX702" fmla="*/ 7664953 w 9907829"/>
              <a:gd name="connsiteY702" fmla="*/ 621032 h 6706386"/>
              <a:gd name="connsiteX703" fmla="*/ 7773839 w 9907829"/>
              <a:gd name="connsiteY703" fmla="*/ 511965 h 6706386"/>
              <a:gd name="connsiteX704" fmla="*/ 7842361 w 9907829"/>
              <a:gd name="connsiteY704" fmla="*/ 498155 h 6706386"/>
              <a:gd name="connsiteX705" fmla="*/ 5068241 w 9907829"/>
              <a:gd name="connsiteY705" fmla="*/ 493269 h 6706386"/>
              <a:gd name="connsiteX706" fmla="*/ 5275698 w 9907829"/>
              <a:gd name="connsiteY706" fmla="*/ 700726 h 6706386"/>
              <a:gd name="connsiteX707" fmla="*/ 5275697 w 9907829"/>
              <a:gd name="connsiteY707" fmla="*/ 700729 h 6706386"/>
              <a:gd name="connsiteX708" fmla="*/ 5275698 w 9907829"/>
              <a:gd name="connsiteY708" fmla="*/ 700733 h 6706386"/>
              <a:gd name="connsiteX709" fmla="*/ 5068241 w 9907829"/>
              <a:gd name="connsiteY709" fmla="*/ 908192 h 6706386"/>
              <a:gd name="connsiteX710" fmla="*/ 4860783 w 9907829"/>
              <a:gd name="connsiteY710" fmla="*/ 700733 h 6706386"/>
              <a:gd name="connsiteX711" fmla="*/ 4860785 w 9907829"/>
              <a:gd name="connsiteY711" fmla="*/ 700729 h 6706386"/>
              <a:gd name="connsiteX712" fmla="*/ 4860783 w 9907829"/>
              <a:gd name="connsiteY712" fmla="*/ 700726 h 6706386"/>
              <a:gd name="connsiteX713" fmla="*/ 4861236 w 9907829"/>
              <a:gd name="connsiteY713" fmla="*/ 698502 h 6706386"/>
              <a:gd name="connsiteX714" fmla="*/ 4877122 w 9907829"/>
              <a:gd name="connsiteY714" fmla="*/ 619816 h 6706386"/>
              <a:gd name="connsiteX715" fmla="*/ 4987595 w 9907829"/>
              <a:gd name="connsiteY715" fmla="*/ 509525 h 6706386"/>
              <a:gd name="connsiteX716" fmla="*/ 5061344 w 9907829"/>
              <a:gd name="connsiteY716" fmla="*/ 494667 h 6706386"/>
              <a:gd name="connsiteX717" fmla="*/ 7296313 w 9907829"/>
              <a:gd name="connsiteY717" fmla="*/ 471433 h 6706386"/>
              <a:gd name="connsiteX718" fmla="*/ 7525607 w 9907829"/>
              <a:gd name="connsiteY718" fmla="*/ 700727 h 6706386"/>
              <a:gd name="connsiteX719" fmla="*/ 7525605 w 9907829"/>
              <a:gd name="connsiteY719" fmla="*/ 700731 h 6706386"/>
              <a:gd name="connsiteX720" fmla="*/ 7525607 w 9907829"/>
              <a:gd name="connsiteY720" fmla="*/ 700734 h 6706386"/>
              <a:gd name="connsiteX721" fmla="*/ 7296313 w 9907829"/>
              <a:gd name="connsiteY721" fmla="*/ 930031 h 6706386"/>
              <a:gd name="connsiteX722" fmla="*/ 7067019 w 9907829"/>
              <a:gd name="connsiteY722" fmla="*/ 700734 h 6706386"/>
              <a:gd name="connsiteX723" fmla="*/ 7067020 w 9907829"/>
              <a:gd name="connsiteY723" fmla="*/ 700731 h 6706386"/>
              <a:gd name="connsiteX724" fmla="*/ 7067019 w 9907829"/>
              <a:gd name="connsiteY724" fmla="*/ 700727 h 6706386"/>
              <a:gd name="connsiteX725" fmla="*/ 7296313 w 9907829"/>
              <a:gd name="connsiteY725" fmla="*/ 471433 h 6706386"/>
              <a:gd name="connsiteX726" fmla="*/ 5625740 w 9907829"/>
              <a:gd name="connsiteY726" fmla="*/ 471431 h 6706386"/>
              <a:gd name="connsiteX727" fmla="*/ 5855035 w 9907829"/>
              <a:gd name="connsiteY727" fmla="*/ 700726 h 6706386"/>
              <a:gd name="connsiteX728" fmla="*/ 5855033 w 9907829"/>
              <a:gd name="connsiteY728" fmla="*/ 700729 h 6706386"/>
              <a:gd name="connsiteX729" fmla="*/ 5855035 w 9907829"/>
              <a:gd name="connsiteY729" fmla="*/ 700734 h 6706386"/>
              <a:gd name="connsiteX730" fmla="*/ 5625740 w 9907829"/>
              <a:gd name="connsiteY730" fmla="*/ 930031 h 6706386"/>
              <a:gd name="connsiteX731" fmla="*/ 5602468 w 9907829"/>
              <a:gd name="connsiteY731" fmla="*/ 927681 h 6706386"/>
              <a:gd name="connsiteX732" fmla="*/ 5579376 w 9907829"/>
              <a:gd name="connsiteY732" fmla="*/ 925359 h 6706386"/>
              <a:gd name="connsiteX733" fmla="*/ 5414389 w 9907829"/>
              <a:gd name="connsiteY733" fmla="*/ 789933 h 6706386"/>
              <a:gd name="connsiteX734" fmla="*/ 5396752 w 9907829"/>
              <a:gd name="connsiteY734" fmla="*/ 702248 h 6706386"/>
              <a:gd name="connsiteX735" fmla="*/ 5396446 w 9907829"/>
              <a:gd name="connsiteY735" fmla="*/ 700734 h 6706386"/>
              <a:gd name="connsiteX736" fmla="*/ 5396447 w 9907829"/>
              <a:gd name="connsiteY736" fmla="*/ 700729 h 6706386"/>
              <a:gd name="connsiteX737" fmla="*/ 5396446 w 9907829"/>
              <a:gd name="connsiteY737" fmla="*/ 700726 h 6706386"/>
              <a:gd name="connsiteX738" fmla="*/ 5396751 w 9907829"/>
              <a:gd name="connsiteY738" fmla="*/ 699216 h 6706386"/>
              <a:gd name="connsiteX739" fmla="*/ 5414389 w 9907829"/>
              <a:gd name="connsiteY739" fmla="*/ 611527 h 6706386"/>
              <a:gd name="connsiteX740" fmla="*/ 5579376 w 9907829"/>
              <a:gd name="connsiteY740" fmla="*/ 476103 h 6706386"/>
              <a:gd name="connsiteX741" fmla="*/ 5606191 w 9907829"/>
              <a:gd name="connsiteY741" fmla="*/ 473405 h 6706386"/>
              <a:gd name="connsiteX742" fmla="*/ 6181956 w 9907829"/>
              <a:gd name="connsiteY742" fmla="*/ 461149 h 6706386"/>
              <a:gd name="connsiteX743" fmla="*/ 6421527 w 9907829"/>
              <a:gd name="connsiteY743" fmla="*/ 700721 h 6706386"/>
              <a:gd name="connsiteX744" fmla="*/ 6254533 w 9907829"/>
              <a:gd name="connsiteY744" fmla="*/ 929373 h 6706386"/>
              <a:gd name="connsiteX745" fmla="*/ 6460706 w 9907829"/>
              <a:gd name="connsiteY745" fmla="*/ 1069390 h 6706386"/>
              <a:gd name="connsiteX746" fmla="*/ 6666879 w 9907829"/>
              <a:gd name="connsiteY746" fmla="*/ 929373 h 6706386"/>
              <a:gd name="connsiteX747" fmla="*/ 6499885 w 9907829"/>
              <a:gd name="connsiteY747" fmla="*/ 700721 h 6706386"/>
              <a:gd name="connsiteX748" fmla="*/ 6738813 w 9907829"/>
              <a:gd name="connsiteY748" fmla="*/ 461149 h 6706386"/>
              <a:gd name="connsiteX749" fmla="*/ 6978385 w 9907829"/>
              <a:gd name="connsiteY749" fmla="*/ 700721 h 6706386"/>
              <a:gd name="connsiteX750" fmla="*/ 6811392 w 9907829"/>
              <a:gd name="connsiteY750" fmla="*/ 929373 h 6706386"/>
              <a:gd name="connsiteX751" fmla="*/ 7023345 w 9907829"/>
              <a:gd name="connsiteY751" fmla="*/ 1077739 h 6706386"/>
              <a:gd name="connsiteX752" fmla="*/ 7296315 w 9907829"/>
              <a:gd name="connsiteY752" fmla="*/ 930657 h 6706386"/>
              <a:gd name="connsiteX753" fmla="*/ 7587268 w 9907829"/>
              <a:gd name="connsiteY753" fmla="*/ 1107927 h 6706386"/>
              <a:gd name="connsiteX754" fmla="*/ 7853172 w 9907829"/>
              <a:gd name="connsiteY754" fmla="*/ 952495 h 6706386"/>
              <a:gd name="connsiteX755" fmla="*/ 8149905 w 9907829"/>
              <a:gd name="connsiteY755" fmla="*/ 1185001 h 6706386"/>
              <a:gd name="connsiteX756" fmla="*/ 8410029 w 9907829"/>
              <a:gd name="connsiteY756" fmla="*/ 987177 h 6706386"/>
              <a:gd name="connsiteX757" fmla="*/ 8680430 w 9907829"/>
              <a:gd name="connsiteY757" fmla="*/ 1257578 h 6706386"/>
              <a:gd name="connsiteX758" fmla="*/ 8552616 w 9907829"/>
              <a:gd name="connsiteY758" fmla="*/ 1487515 h 6706386"/>
              <a:gd name="connsiteX759" fmla="*/ 8714472 w 9907829"/>
              <a:gd name="connsiteY759" fmla="*/ 1628817 h 6706386"/>
              <a:gd name="connsiteX760" fmla="*/ 8966887 w 9907829"/>
              <a:gd name="connsiteY760" fmla="*/ 1501646 h 6706386"/>
              <a:gd name="connsiteX761" fmla="*/ 9274540 w 9907829"/>
              <a:gd name="connsiteY761" fmla="*/ 1754704 h 6706386"/>
              <a:gd name="connsiteX762" fmla="*/ 9523745 w 9907829"/>
              <a:gd name="connsiteY762" fmla="*/ 1558166 h 6706386"/>
              <a:gd name="connsiteX763" fmla="*/ 9780658 w 9907829"/>
              <a:gd name="connsiteY763" fmla="*/ 1815078 h 6706386"/>
              <a:gd name="connsiteX764" fmla="*/ 9616877 w 9907829"/>
              <a:gd name="connsiteY764" fmla="*/ 2054007 h 6706386"/>
              <a:gd name="connsiteX765" fmla="*/ 9835252 w 9907829"/>
              <a:gd name="connsiteY765" fmla="*/ 2258894 h 6706386"/>
              <a:gd name="connsiteX766" fmla="*/ 9907186 w 9907829"/>
              <a:gd name="connsiteY766" fmla="*/ 2165122 h 6706386"/>
              <a:gd name="connsiteX767" fmla="*/ 9907186 w 9907829"/>
              <a:gd name="connsiteY767" fmla="*/ 6706386 h 6706386"/>
              <a:gd name="connsiteX768" fmla="*/ 1456023 w 9907829"/>
              <a:gd name="connsiteY768" fmla="*/ 6706386 h 6706386"/>
              <a:gd name="connsiteX769" fmla="*/ 1475320 w 9907829"/>
              <a:gd name="connsiteY769" fmla="*/ 6664783 h 6706386"/>
              <a:gd name="connsiteX770" fmla="*/ 1600564 w 9907829"/>
              <a:gd name="connsiteY770" fmla="*/ 6556398 h 6706386"/>
              <a:gd name="connsiteX771" fmla="*/ 1414303 w 9907829"/>
              <a:gd name="connsiteY771" fmla="*/ 6270583 h 6706386"/>
              <a:gd name="connsiteX772" fmla="*/ 1583865 w 9907829"/>
              <a:gd name="connsiteY772" fmla="*/ 5993117 h 6706386"/>
              <a:gd name="connsiteX773" fmla="*/ 1412376 w 9907829"/>
              <a:gd name="connsiteY773" fmla="*/ 5713725 h 6706386"/>
              <a:gd name="connsiteX774" fmla="*/ 1587719 w 9907829"/>
              <a:gd name="connsiteY774" fmla="*/ 5432406 h 6706386"/>
              <a:gd name="connsiteX775" fmla="*/ 1418157 w 9907829"/>
              <a:gd name="connsiteY775" fmla="*/ 5156867 h 6706386"/>
              <a:gd name="connsiteX776" fmla="*/ 1622402 w 9907829"/>
              <a:gd name="connsiteY776" fmla="*/ 4866556 h 6706386"/>
              <a:gd name="connsiteX777" fmla="*/ 1439994 w 9907829"/>
              <a:gd name="connsiteY777" fmla="*/ 4600009 h 6706386"/>
              <a:gd name="connsiteX778" fmla="*/ 1726452 w 9907829"/>
              <a:gd name="connsiteY778" fmla="*/ 4313552 h 6706386"/>
              <a:gd name="connsiteX779" fmla="*/ 1952535 w 9907829"/>
              <a:gd name="connsiteY779" fmla="*/ 4424666 h 6706386"/>
              <a:gd name="connsiteX780" fmla="*/ 2056584 w 9907829"/>
              <a:gd name="connsiteY780" fmla="*/ 4301991 h 6706386"/>
              <a:gd name="connsiteX781" fmla="*/ 1957032 w 9907829"/>
              <a:gd name="connsiteY781" fmla="*/ 4152981 h 6706386"/>
              <a:gd name="connsiteX782" fmla="*/ 1726452 w 9907829"/>
              <a:gd name="connsiteY782" fmla="*/ 4298780 h 6706386"/>
              <a:gd name="connsiteX783" fmla="*/ 1470824 w 9907829"/>
              <a:gd name="connsiteY783" fmla="*/ 4043152 h 6706386"/>
              <a:gd name="connsiteX784" fmla="*/ 1726452 w 9907829"/>
              <a:gd name="connsiteY784" fmla="*/ 3787524 h 6706386"/>
              <a:gd name="connsiteX785" fmla="*/ 1957032 w 9907829"/>
              <a:gd name="connsiteY785" fmla="*/ 3933321 h 6706386"/>
              <a:gd name="connsiteX786" fmla="*/ 2116959 w 9907829"/>
              <a:gd name="connsiteY786" fmla="*/ 3741280 h 6706386"/>
              <a:gd name="connsiteX787" fmla="*/ 1978227 w 9907829"/>
              <a:gd name="connsiteY787" fmla="*/ 3485652 h 6706386"/>
              <a:gd name="connsiteX788" fmla="*/ 2283309 w 9907829"/>
              <a:gd name="connsiteY788" fmla="*/ 3180568 h 6706386"/>
              <a:gd name="connsiteX789" fmla="*/ 2516458 w 9907829"/>
              <a:gd name="connsiteY789" fmla="*/ 3289114 h 6706386"/>
              <a:gd name="connsiteX790" fmla="*/ 2622434 w 9907829"/>
              <a:gd name="connsiteY790" fmla="*/ 3177999 h 6706386"/>
              <a:gd name="connsiteX791" fmla="*/ 2520311 w 9907829"/>
              <a:gd name="connsiteY791" fmla="*/ 3009721 h 6706386"/>
              <a:gd name="connsiteX792" fmla="*/ 2283309 w 9907829"/>
              <a:gd name="connsiteY792" fmla="*/ 3180568 h 6706386"/>
              <a:gd name="connsiteX793" fmla="*/ 2032820 w 9907829"/>
              <a:gd name="connsiteY793" fmla="*/ 2930079 h 6706386"/>
              <a:gd name="connsiteX794" fmla="*/ 2283309 w 9907829"/>
              <a:gd name="connsiteY794" fmla="*/ 2679589 h 6706386"/>
              <a:gd name="connsiteX795" fmla="*/ 2520311 w 9907829"/>
              <a:gd name="connsiteY795" fmla="*/ 2850436 h 6706386"/>
              <a:gd name="connsiteX796" fmla="*/ 2732265 w 9907829"/>
              <a:gd name="connsiteY796" fmla="*/ 2617930 h 6706386"/>
              <a:gd name="connsiteX797" fmla="*/ 2571694 w 9907829"/>
              <a:gd name="connsiteY797" fmla="*/ 2371936 h 6706386"/>
              <a:gd name="connsiteX798" fmla="*/ 2840168 w 9907829"/>
              <a:gd name="connsiteY798" fmla="*/ 2103463 h 6706386"/>
              <a:gd name="connsiteX799" fmla="*/ 3084876 w 9907829"/>
              <a:gd name="connsiteY799" fmla="*/ 2261464 h 6706386"/>
              <a:gd name="connsiteX800" fmla="*/ 3303897 w 9907829"/>
              <a:gd name="connsiteY800" fmla="*/ 2054007 h 6706386"/>
              <a:gd name="connsiteX801" fmla="*/ 3140113 w 9907829"/>
              <a:gd name="connsiteY801" fmla="*/ 1815078 h 6706386"/>
              <a:gd name="connsiteX802" fmla="*/ 3397026 w 9907829"/>
              <a:gd name="connsiteY802" fmla="*/ 1558166 h 6706386"/>
              <a:gd name="connsiteX803" fmla="*/ 3646231 w 9907829"/>
              <a:gd name="connsiteY803" fmla="*/ 1754704 h 6706386"/>
              <a:gd name="connsiteX804" fmla="*/ 3953882 w 9907829"/>
              <a:gd name="connsiteY804" fmla="*/ 1501646 h 6706386"/>
              <a:gd name="connsiteX805" fmla="*/ 4206301 w 9907829"/>
              <a:gd name="connsiteY805" fmla="*/ 1628817 h 6706386"/>
              <a:gd name="connsiteX806" fmla="*/ 4368154 w 9907829"/>
              <a:gd name="connsiteY806" fmla="*/ 1487515 h 6706386"/>
              <a:gd name="connsiteX807" fmla="*/ 4240341 w 9907829"/>
              <a:gd name="connsiteY807" fmla="*/ 1257578 h 6706386"/>
              <a:gd name="connsiteX808" fmla="*/ 4510741 w 9907829"/>
              <a:gd name="connsiteY808" fmla="*/ 987177 h 6706386"/>
              <a:gd name="connsiteX809" fmla="*/ 4770864 w 9907829"/>
              <a:gd name="connsiteY809" fmla="*/ 1185001 h 6706386"/>
              <a:gd name="connsiteX810" fmla="*/ 5067599 w 9907829"/>
              <a:gd name="connsiteY810" fmla="*/ 952495 h 6706386"/>
              <a:gd name="connsiteX811" fmla="*/ 5333505 w 9907829"/>
              <a:gd name="connsiteY811" fmla="*/ 1107927 h 6706386"/>
              <a:gd name="connsiteX812" fmla="*/ 5624456 w 9907829"/>
              <a:gd name="connsiteY812" fmla="*/ 930657 h 6706386"/>
              <a:gd name="connsiteX813" fmla="*/ 5897426 w 9907829"/>
              <a:gd name="connsiteY813" fmla="*/ 1077739 h 6706386"/>
              <a:gd name="connsiteX814" fmla="*/ 6109379 w 9907829"/>
              <a:gd name="connsiteY814" fmla="*/ 929373 h 6706386"/>
              <a:gd name="connsiteX815" fmla="*/ 5942386 w 9907829"/>
              <a:gd name="connsiteY815" fmla="*/ 700721 h 6706386"/>
              <a:gd name="connsiteX816" fmla="*/ 6181956 w 9907829"/>
              <a:gd name="connsiteY816" fmla="*/ 461149 h 6706386"/>
              <a:gd name="connsiteX817" fmla="*/ 2840168 w 9907829"/>
              <a:gd name="connsiteY817" fmla="*/ 113689 h 6706386"/>
              <a:gd name="connsiteX818" fmla="*/ 2869713 w 9907829"/>
              <a:gd name="connsiteY818" fmla="*/ 143233 h 6706386"/>
              <a:gd name="connsiteX819" fmla="*/ 2869581 w 9907829"/>
              <a:gd name="connsiteY819" fmla="*/ 143551 h 6706386"/>
              <a:gd name="connsiteX820" fmla="*/ 2869713 w 9907829"/>
              <a:gd name="connsiteY820" fmla="*/ 143871 h 6706386"/>
              <a:gd name="connsiteX821" fmla="*/ 2840168 w 9907829"/>
              <a:gd name="connsiteY821" fmla="*/ 173415 h 6706386"/>
              <a:gd name="connsiteX822" fmla="*/ 2810622 w 9907829"/>
              <a:gd name="connsiteY822" fmla="*/ 143871 h 6706386"/>
              <a:gd name="connsiteX823" fmla="*/ 2810753 w 9907829"/>
              <a:gd name="connsiteY823" fmla="*/ 143551 h 6706386"/>
              <a:gd name="connsiteX824" fmla="*/ 2810622 w 9907829"/>
              <a:gd name="connsiteY824" fmla="*/ 143233 h 6706386"/>
              <a:gd name="connsiteX825" fmla="*/ 2840168 w 9907829"/>
              <a:gd name="connsiteY825" fmla="*/ 113689 h 6706386"/>
              <a:gd name="connsiteX826" fmla="*/ 3397667 w 9907829"/>
              <a:gd name="connsiteY826" fmla="*/ 93779 h 6706386"/>
              <a:gd name="connsiteX827" fmla="*/ 3447123 w 9907829"/>
              <a:gd name="connsiteY827" fmla="*/ 143233 h 6706386"/>
              <a:gd name="connsiteX828" fmla="*/ 3446990 w 9907829"/>
              <a:gd name="connsiteY828" fmla="*/ 143553 h 6706386"/>
              <a:gd name="connsiteX829" fmla="*/ 3447123 w 9907829"/>
              <a:gd name="connsiteY829" fmla="*/ 143871 h 6706386"/>
              <a:gd name="connsiteX830" fmla="*/ 3397667 w 9907829"/>
              <a:gd name="connsiteY830" fmla="*/ 193326 h 6706386"/>
              <a:gd name="connsiteX831" fmla="*/ 3348213 w 9907829"/>
              <a:gd name="connsiteY831" fmla="*/ 143871 h 6706386"/>
              <a:gd name="connsiteX832" fmla="*/ 3348344 w 9907829"/>
              <a:gd name="connsiteY832" fmla="*/ 143553 h 6706386"/>
              <a:gd name="connsiteX833" fmla="*/ 3348213 w 9907829"/>
              <a:gd name="connsiteY833" fmla="*/ 143233 h 6706386"/>
              <a:gd name="connsiteX834" fmla="*/ 3397667 w 9907829"/>
              <a:gd name="connsiteY834" fmla="*/ 93779 h 6706386"/>
              <a:gd name="connsiteX835" fmla="*/ 3954524 w 9907829"/>
              <a:gd name="connsiteY835" fmla="*/ 71299 h 6706386"/>
              <a:gd name="connsiteX836" fmla="*/ 4026460 w 9907829"/>
              <a:gd name="connsiteY836" fmla="*/ 143235 h 6706386"/>
              <a:gd name="connsiteX837" fmla="*/ 4026397 w 9907829"/>
              <a:gd name="connsiteY837" fmla="*/ 143553 h 6706386"/>
              <a:gd name="connsiteX838" fmla="*/ 4026460 w 9907829"/>
              <a:gd name="connsiteY838" fmla="*/ 143871 h 6706386"/>
              <a:gd name="connsiteX839" fmla="*/ 3954524 w 9907829"/>
              <a:gd name="connsiteY839" fmla="*/ 215806 h 6706386"/>
              <a:gd name="connsiteX840" fmla="*/ 3882590 w 9907829"/>
              <a:gd name="connsiteY840" fmla="*/ 143871 h 6706386"/>
              <a:gd name="connsiteX841" fmla="*/ 3882654 w 9907829"/>
              <a:gd name="connsiteY841" fmla="*/ 143553 h 6706386"/>
              <a:gd name="connsiteX842" fmla="*/ 3882590 w 9907829"/>
              <a:gd name="connsiteY842" fmla="*/ 143235 h 6706386"/>
              <a:gd name="connsiteX843" fmla="*/ 3954524 w 9907829"/>
              <a:gd name="connsiteY843" fmla="*/ 71299 h 6706386"/>
              <a:gd name="connsiteX844" fmla="*/ 4511383 w 9907829"/>
              <a:gd name="connsiteY844" fmla="*/ 47529 h 6706386"/>
              <a:gd name="connsiteX845" fmla="*/ 4607725 w 9907829"/>
              <a:gd name="connsiteY845" fmla="*/ 143871 h 6706386"/>
              <a:gd name="connsiteX846" fmla="*/ 4607725 w 9907829"/>
              <a:gd name="connsiteY846" fmla="*/ 143873 h 6706386"/>
              <a:gd name="connsiteX847" fmla="*/ 4607725 w 9907829"/>
              <a:gd name="connsiteY847" fmla="*/ 143877 h 6706386"/>
              <a:gd name="connsiteX848" fmla="*/ 4511383 w 9907829"/>
              <a:gd name="connsiteY848" fmla="*/ 240219 h 6706386"/>
              <a:gd name="connsiteX849" fmla="*/ 4415041 w 9907829"/>
              <a:gd name="connsiteY849" fmla="*/ 143877 h 6706386"/>
              <a:gd name="connsiteX850" fmla="*/ 4415042 w 9907829"/>
              <a:gd name="connsiteY850" fmla="*/ 143873 h 6706386"/>
              <a:gd name="connsiteX851" fmla="*/ 4415041 w 9907829"/>
              <a:gd name="connsiteY851" fmla="*/ 143871 h 6706386"/>
              <a:gd name="connsiteX852" fmla="*/ 4511383 w 9907829"/>
              <a:gd name="connsiteY852" fmla="*/ 47529 h 6706386"/>
              <a:gd name="connsiteX853" fmla="*/ 5068241 w 9907829"/>
              <a:gd name="connsiteY853" fmla="*/ 26334 h 6706386"/>
              <a:gd name="connsiteX854" fmla="*/ 5185778 w 9907829"/>
              <a:gd name="connsiteY854" fmla="*/ 143871 h 6706386"/>
              <a:gd name="connsiteX855" fmla="*/ 5185778 w 9907829"/>
              <a:gd name="connsiteY855" fmla="*/ 143874 h 6706386"/>
              <a:gd name="connsiteX856" fmla="*/ 5185778 w 9907829"/>
              <a:gd name="connsiteY856" fmla="*/ 143877 h 6706386"/>
              <a:gd name="connsiteX857" fmla="*/ 5068241 w 9907829"/>
              <a:gd name="connsiteY857" fmla="*/ 261414 h 6706386"/>
              <a:gd name="connsiteX858" fmla="*/ 4950704 w 9907829"/>
              <a:gd name="connsiteY858" fmla="*/ 143877 h 6706386"/>
              <a:gd name="connsiteX859" fmla="*/ 4950705 w 9907829"/>
              <a:gd name="connsiteY859" fmla="*/ 143874 h 6706386"/>
              <a:gd name="connsiteX860" fmla="*/ 4950704 w 9907829"/>
              <a:gd name="connsiteY860" fmla="*/ 143871 h 6706386"/>
              <a:gd name="connsiteX861" fmla="*/ 4950925 w 9907829"/>
              <a:gd name="connsiteY861" fmla="*/ 142777 h 6706386"/>
              <a:gd name="connsiteX862" fmla="*/ 4959946 w 9907829"/>
              <a:gd name="connsiteY862" fmla="*/ 97875 h 6706386"/>
              <a:gd name="connsiteX863" fmla="*/ 5022508 w 9907829"/>
              <a:gd name="connsiteY863" fmla="*/ 35492 h 6706386"/>
              <a:gd name="connsiteX864" fmla="*/ 5064898 w 9907829"/>
              <a:gd name="connsiteY864" fmla="*/ 27009 h 6706386"/>
              <a:gd name="connsiteX865" fmla="*/ 7296313 w 9907829"/>
              <a:gd name="connsiteY865" fmla="*/ 10283 h 6706386"/>
              <a:gd name="connsiteX866" fmla="*/ 7429266 w 9907829"/>
              <a:gd name="connsiteY866" fmla="*/ 143235 h 6706386"/>
              <a:gd name="connsiteX867" fmla="*/ 7429201 w 9907829"/>
              <a:gd name="connsiteY867" fmla="*/ 143553 h 6706386"/>
              <a:gd name="connsiteX868" fmla="*/ 7429266 w 9907829"/>
              <a:gd name="connsiteY868" fmla="*/ 143871 h 6706386"/>
              <a:gd name="connsiteX869" fmla="*/ 7296313 w 9907829"/>
              <a:gd name="connsiteY869" fmla="*/ 276822 h 6706386"/>
              <a:gd name="connsiteX870" fmla="*/ 7163362 w 9907829"/>
              <a:gd name="connsiteY870" fmla="*/ 143871 h 6706386"/>
              <a:gd name="connsiteX871" fmla="*/ 7163425 w 9907829"/>
              <a:gd name="connsiteY871" fmla="*/ 143553 h 6706386"/>
              <a:gd name="connsiteX872" fmla="*/ 7163362 w 9907829"/>
              <a:gd name="connsiteY872" fmla="*/ 143235 h 6706386"/>
              <a:gd name="connsiteX873" fmla="*/ 7296313 w 9907829"/>
              <a:gd name="connsiteY873" fmla="*/ 10283 h 6706386"/>
              <a:gd name="connsiteX874" fmla="*/ 5625740 w 9907829"/>
              <a:gd name="connsiteY874" fmla="*/ 10283 h 6706386"/>
              <a:gd name="connsiteX875" fmla="*/ 5758691 w 9907829"/>
              <a:gd name="connsiteY875" fmla="*/ 143234 h 6706386"/>
              <a:gd name="connsiteX876" fmla="*/ 5758627 w 9907829"/>
              <a:gd name="connsiteY876" fmla="*/ 143553 h 6706386"/>
              <a:gd name="connsiteX877" fmla="*/ 5758691 w 9907829"/>
              <a:gd name="connsiteY877" fmla="*/ 143871 h 6706386"/>
              <a:gd name="connsiteX878" fmla="*/ 5625740 w 9907829"/>
              <a:gd name="connsiteY878" fmla="*/ 276822 h 6706386"/>
              <a:gd name="connsiteX879" fmla="*/ 5492788 w 9907829"/>
              <a:gd name="connsiteY879" fmla="*/ 143871 h 6706386"/>
              <a:gd name="connsiteX880" fmla="*/ 5492852 w 9907829"/>
              <a:gd name="connsiteY880" fmla="*/ 143553 h 6706386"/>
              <a:gd name="connsiteX881" fmla="*/ 5492788 w 9907829"/>
              <a:gd name="connsiteY881" fmla="*/ 143234 h 6706386"/>
              <a:gd name="connsiteX882" fmla="*/ 5625740 w 9907829"/>
              <a:gd name="connsiteY882" fmla="*/ 10283 h 6706386"/>
              <a:gd name="connsiteX883" fmla="*/ 6182597 w 9907829"/>
              <a:gd name="connsiteY883" fmla="*/ 1 h 6706386"/>
              <a:gd name="connsiteX884" fmla="*/ 6325827 w 9907829"/>
              <a:gd name="connsiteY884" fmla="*/ 143228 h 6706386"/>
              <a:gd name="connsiteX885" fmla="*/ 6325761 w 9907829"/>
              <a:gd name="connsiteY885" fmla="*/ 143553 h 6706386"/>
              <a:gd name="connsiteX886" fmla="*/ 6325827 w 9907829"/>
              <a:gd name="connsiteY886" fmla="*/ 143876 h 6706386"/>
              <a:gd name="connsiteX887" fmla="*/ 6182597 w 9907829"/>
              <a:gd name="connsiteY887" fmla="*/ 287105 h 6706386"/>
              <a:gd name="connsiteX888" fmla="*/ 6039369 w 9907829"/>
              <a:gd name="connsiteY888" fmla="*/ 143876 h 6706386"/>
              <a:gd name="connsiteX889" fmla="*/ 6039435 w 9907829"/>
              <a:gd name="connsiteY889" fmla="*/ 143554 h 6706386"/>
              <a:gd name="connsiteX890" fmla="*/ 6039369 w 9907829"/>
              <a:gd name="connsiteY890" fmla="*/ 143228 h 6706386"/>
              <a:gd name="connsiteX891" fmla="*/ 6182597 w 9907829"/>
              <a:gd name="connsiteY891" fmla="*/ 1 h 6706386"/>
              <a:gd name="connsiteX892" fmla="*/ 6739456 w 9907829"/>
              <a:gd name="connsiteY892" fmla="*/ 0 h 6706386"/>
              <a:gd name="connsiteX893" fmla="*/ 6882684 w 9907829"/>
              <a:gd name="connsiteY893" fmla="*/ 143228 h 6706386"/>
              <a:gd name="connsiteX894" fmla="*/ 6882619 w 9907829"/>
              <a:gd name="connsiteY894" fmla="*/ 143553 h 6706386"/>
              <a:gd name="connsiteX895" fmla="*/ 6882684 w 9907829"/>
              <a:gd name="connsiteY895" fmla="*/ 143877 h 6706386"/>
              <a:gd name="connsiteX896" fmla="*/ 6739456 w 9907829"/>
              <a:gd name="connsiteY896" fmla="*/ 287105 h 6706386"/>
              <a:gd name="connsiteX897" fmla="*/ 6596227 w 9907829"/>
              <a:gd name="connsiteY897" fmla="*/ 143877 h 6706386"/>
              <a:gd name="connsiteX898" fmla="*/ 6596293 w 9907829"/>
              <a:gd name="connsiteY898" fmla="*/ 143554 h 6706386"/>
              <a:gd name="connsiteX899" fmla="*/ 6596227 w 9907829"/>
              <a:gd name="connsiteY899" fmla="*/ 143228 h 6706386"/>
              <a:gd name="connsiteX900" fmla="*/ 6739456 w 9907829"/>
              <a:gd name="connsiteY900" fmla="*/ 0 h 6706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</a:cxnLst>
            <a:rect l="l" t="t" r="r" b="b"/>
            <a:pathLst>
              <a:path w="9907829" h="6706386">
                <a:moveTo>
                  <a:pt x="1169593" y="6629618"/>
                </a:moveTo>
                <a:cubicBezTo>
                  <a:pt x="1224187" y="6629618"/>
                  <a:pt x="1273643" y="6651777"/>
                  <a:pt x="1309450" y="6687585"/>
                </a:cubicBezTo>
                <a:lnTo>
                  <a:pt x="1322130" y="6706386"/>
                </a:lnTo>
                <a:lnTo>
                  <a:pt x="1017056" y="6706386"/>
                </a:lnTo>
                <a:lnTo>
                  <a:pt x="1029737" y="6687585"/>
                </a:lnTo>
                <a:cubicBezTo>
                  <a:pt x="1065544" y="6651777"/>
                  <a:pt x="1115000" y="6629618"/>
                  <a:pt x="1169593" y="6629618"/>
                </a:cubicBezTo>
                <a:close/>
                <a:moveTo>
                  <a:pt x="55237" y="6215347"/>
                </a:moveTo>
                <a:lnTo>
                  <a:pt x="55307" y="6215361"/>
                </a:lnTo>
                <a:lnTo>
                  <a:pt x="76965" y="6219732"/>
                </a:lnTo>
                <a:cubicBezTo>
                  <a:pt x="96985" y="6228192"/>
                  <a:pt x="110954" y="6247944"/>
                  <a:pt x="110472" y="6270583"/>
                </a:cubicBezTo>
                <a:cubicBezTo>
                  <a:pt x="111115" y="6301414"/>
                  <a:pt x="86068" y="6325821"/>
                  <a:pt x="55237" y="6325821"/>
                </a:cubicBezTo>
                <a:cubicBezTo>
                  <a:pt x="47690" y="6325821"/>
                  <a:pt x="40465" y="6324295"/>
                  <a:pt x="33871" y="6321525"/>
                </a:cubicBezTo>
                <a:lnTo>
                  <a:pt x="33795" y="6321474"/>
                </a:lnTo>
                <a:lnTo>
                  <a:pt x="33600" y="6321435"/>
                </a:lnTo>
                <a:lnTo>
                  <a:pt x="24284" y="6315109"/>
                </a:lnTo>
                <a:lnTo>
                  <a:pt x="16299" y="6309763"/>
                </a:lnTo>
                <a:lnTo>
                  <a:pt x="16253" y="6309654"/>
                </a:lnTo>
                <a:lnTo>
                  <a:pt x="16058" y="6309523"/>
                </a:lnTo>
                <a:cubicBezTo>
                  <a:pt x="6103" y="6299486"/>
                  <a:pt x="0" y="6285676"/>
                  <a:pt x="0" y="6270583"/>
                </a:cubicBezTo>
                <a:cubicBezTo>
                  <a:pt x="0" y="6255489"/>
                  <a:pt x="6103" y="6241681"/>
                  <a:pt x="16058" y="6231646"/>
                </a:cubicBezTo>
                <a:lnTo>
                  <a:pt x="16253" y="6231513"/>
                </a:lnTo>
                <a:lnTo>
                  <a:pt x="16299" y="6231404"/>
                </a:lnTo>
                <a:lnTo>
                  <a:pt x="24276" y="6226065"/>
                </a:lnTo>
                <a:lnTo>
                  <a:pt x="33600" y="6219732"/>
                </a:lnTo>
                <a:lnTo>
                  <a:pt x="33795" y="6219693"/>
                </a:lnTo>
                <a:lnTo>
                  <a:pt x="33871" y="6219642"/>
                </a:lnTo>
                <a:lnTo>
                  <a:pt x="55202" y="6215355"/>
                </a:lnTo>
                <a:close/>
                <a:moveTo>
                  <a:pt x="612736" y="6148550"/>
                </a:moveTo>
                <a:cubicBezTo>
                  <a:pt x="680176" y="6148550"/>
                  <a:pt x="734770" y="6203144"/>
                  <a:pt x="734770" y="6270583"/>
                </a:cubicBezTo>
                <a:cubicBezTo>
                  <a:pt x="734770" y="6338023"/>
                  <a:pt x="680176" y="6392617"/>
                  <a:pt x="612736" y="6392617"/>
                </a:cubicBezTo>
                <a:cubicBezTo>
                  <a:pt x="545297" y="6392617"/>
                  <a:pt x="490703" y="6338023"/>
                  <a:pt x="490703" y="6270583"/>
                </a:cubicBezTo>
                <a:cubicBezTo>
                  <a:pt x="490703" y="6203144"/>
                  <a:pt x="545297" y="6148550"/>
                  <a:pt x="612736" y="6148550"/>
                </a:cubicBezTo>
                <a:close/>
                <a:moveTo>
                  <a:pt x="1169594" y="6059273"/>
                </a:moveTo>
                <a:cubicBezTo>
                  <a:pt x="1286489" y="6059273"/>
                  <a:pt x="1380904" y="6153688"/>
                  <a:pt x="1380904" y="6270583"/>
                </a:cubicBezTo>
                <a:lnTo>
                  <a:pt x="1380838" y="6270905"/>
                </a:lnTo>
                <a:lnTo>
                  <a:pt x="1380904" y="6271227"/>
                </a:lnTo>
                <a:cubicBezTo>
                  <a:pt x="1380904" y="6388121"/>
                  <a:pt x="1286489" y="6482537"/>
                  <a:pt x="1169594" y="6482537"/>
                </a:cubicBezTo>
                <a:cubicBezTo>
                  <a:pt x="1052699" y="6482537"/>
                  <a:pt x="958283" y="6387479"/>
                  <a:pt x="958283" y="6271227"/>
                </a:cubicBezTo>
                <a:lnTo>
                  <a:pt x="958349" y="6270905"/>
                </a:lnTo>
                <a:lnTo>
                  <a:pt x="958283" y="6270583"/>
                </a:lnTo>
                <a:cubicBezTo>
                  <a:pt x="958283" y="6153688"/>
                  <a:pt x="1052699" y="6059273"/>
                  <a:pt x="1169594" y="6059273"/>
                </a:cubicBezTo>
                <a:close/>
                <a:moveTo>
                  <a:pt x="55237" y="5658490"/>
                </a:moveTo>
                <a:lnTo>
                  <a:pt x="55274" y="5658497"/>
                </a:lnTo>
                <a:lnTo>
                  <a:pt x="76604" y="5662785"/>
                </a:lnTo>
                <a:lnTo>
                  <a:pt x="76679" y="5662836"/>
                </a:lnTo>
                <a:lnTo>
                  <a:pt x="76875" y="5662875"/>
                </a:lnTo>
                <a:lnTo>
                  <a:pt x="86311" y="5669282"/>
                </a:lnTo>
                <a:lnTo>
                  <a:pt x="94175" y="5674547"/>
                </a:lnTo>
                <a:lnTo>
                  <a:pt x="94219" y="5674653"/>
                </a:lnTo>
                <a:lnTo>
                  <a:pt x="94417" y="5674787"/>
                </a:lnTo>
                <a:cubicBezTo>
                  <a:pt x="104372" y="5684823"/>
                  <a:pt x="110472" y="5698632"/>
                  <a:pt x="110472" y="5713725"/>
                </a:cubicBezTo>
                <a:cubicBezTo>
                  <a:pt x="110472" y="5728819"/>
                  <a:pt x="104372" y="5742628"/>
                  <a:pt x="94417" y="5752664"/>
                </a:cubicBezTo>
                <a:lnTo>
                  <a:pt x="94219" y="5752798"/>
                </a:lnTo>
                <a:lnTo>
                  <a:pt x="94175" y="5752904"/>
                </a:lnTo>
                <a:lnTo>
                  <a:pt x="86269" y="5758197"/>
                </a:lnTo>
                <a:lnTo>
                  <a:pt x="76874" y="5764576"/>
                </a:lnTo>
                <a:lnTo>
                  <a:pt x="76679" y="5764616"/>
                </a:lnTo>
                <a:lnTo>
                  <a:pt x="76604" y="5764666"/>
                </a:lnTo>
                <a:cubicBezTo>
                  <a:pt x="70010" y="5767437"/>
                  <a:pt x="62784" y="5768962"/>
                  <a:pt x="55237" y="5768962"/>
                </a:cubicBezTo>
                <a:cubicBezTo>
                  <a:pt x="47690" y="5768962"/>
                  <a:pt x="40465" y="5767437"/>
                  <a:pt x="33871" y="5764666"/>
                </a:cubicBezTo>
                <a:lnTo>
                  <a:pt x="33795" y="5764616"/>
                </a:lnTo>
                <a:lnTo>
                  <a:pt x="33600" y="5764576"/>
                </a:lnTo>
                <a:lnTo>
                  <a:pt x="24251" y="5758228"/>
                </a:lnTo>
                <a:lnTo>
                  <a:pt x="16299" y="5752904"/>
                </a:lnTo>
                <a:lnTo>
                  <a:pt x="16255" y="5752797"/>
                </a:lnTo>
                <a:lnTo>
                  <a:pt x="16058" y="5752664"/>
                </a:lnTo>
                <a:cubicBezTo>
                  <a:pt x="6103" y="5742628"/>
                  <a:pt x="0" y="5728819"/>
                  <a:pt x="0" y="5713725"/>
                </a:cubicBezTo>
                <a:cubicBezTo>
                  <a:pt x="0" y="5698632"/>
                  <a:pt x="6103" y="5684823"/>
                  <a:pt x="16058" y="5674787"/>
                </a:cubicBezTo>
                <a:lnTo>
                  <a:pt x="16255" y="5674654"/>
                </a:lnTo>
                <a:lnTo>
                  <a:pt x="16299" y="5674547"/>
                </a:lnTo>
                <a:lnTo>
                  <a:pt x="24238" y="5669234"/>
                </a:lnTo>
                <a:lnTo>
                  <a:pt x="33600" y="5662875"/>
                </a:lnTo>
                <a:lnTo>
                  <a:pt x="33795" y="5662836"/>
                </a:lnTo>
                <a:lnTo>
                  <a:pt x="33871" y="5662785"/>
                </a:lnTo>
                <a:lnTo>
                  <a:pt x="55202" y="5658497"/>
                </a:lnTo>
                <a:close/>
                <a:moveTo>
                  <a:pt x="612736" y="5590407"/>
                </a:moveTo>
                <a:cubicBezTo>
                  <a:pt x="680818" y="5590407"/>
                  <a:pt x="736054" y="5645644"/>
                  <a:pt x="736054" y="5713725"/>
                </a:cubicBezTo>
                <a:cubicBezTo>
                  <a:pt x="736054" y="5781807"/>
                  <a:pt x="680818" y="5837044"/>
                  <a:pt x="612736" y="5837044"/>
                </a:cubicBezTo>
                <a:cubicBezTo>
                  <a:pt x="544012" y="5837044"/>
                  <a:pt x="488776" y="5781807"/>
                  <a:pt x="489419" y="5713725"/>
                </a:cubicBezTo>
                <a:cubicBezTo>
                  <a:pt x="488776" y="5645644"/>
                  <a:pt x="544012" y="5590407"/>
                  <a:pt x="612736" y="5590407"/>
                </a:cubicBezTo>
                <a:close/>
                <a:moveTo>
                  <a:pt x="1163664" y="5500788"/>
                </a:moveTo>
                <a:lnTo>
                  <a:pt x="1168703" y="5501137"/>
                </a:lnTo>
                <a:lnTo>
                  <a:pt x="1169494" y="5500982"/>
                </a:lnTo>
                <a:lnTo>
                  <a:pt x="1171160" y="5501306"/>
                </a:lnTo>
                <a:lnTo>
                  <a:pt x="1205348" y="5503673"/>
                </a:lnTo>
                <a:lnTo>
                  <a:pt x="1228727" y="5512507"/>
                </a:lnTo>
                <a:lnTo>
                  <a:pt x="1249493" y="5516548"/>
                </a:lnTo>
                <a:lnTo>
                  <a:pt x="1262800" y="5525385"/>
                </a:lnTo>
                <a:lnTo>
                  <a:pt x="1281583" y="5532483"/>
                </a:lnTo>
                <a:lnTo>
                  <a:pt x="1302288" y="5551608"/>
                </a:lnTo>
                <a:lnTo>
                  <a:pt x="1319819" y="5563249"/>
                </a:lnTo>
                <a:lnTo>
                  <a:pt x="1327634" y="5575016"/>
                </a:lnTo>
                <a:lnTo>
                  <a:pt x="1341451" y="5587778"/>
                </a:lnTo>
                <a:lnTo>
                  <a:pt x="1353491" y="5613955"/>
                </a:lnTo>
                <a:lnTo>
                  <a:pt x="1366520" y="5633576"/>
                </a:lnTo>
                <a:lnTo>
                  <a:pt x="1369458" y="5648668"/>
                </a:lnTo>
                <a:lnTo>
                  <a:pt x="1376727" y="5664474"/>
                </a:lnTo>
                <a:lnTo>
                  <a:pt x="1377574" y="5690377"/>
                </a:lnTo>
                <a:lnTo>
                  <a:pt x="1382088" y="5713576"/>
                </a:lnTo>
                <a:lnTo>
                  <a:pt x="1378872" y="5730102"/>
                </a:lnTo>
                <a:lnTo>
                  <a:pt x="1379484" y="5748846"/>
                </a:lnTo>
                <a:lnTo>
                  <a:pt x="1370703" y="5772081"/>
                </a:lnTo>
                <a:lnTo>
                  <a:pt x="1366520" y="5793574"/>
                </a:lnTo>
                <a:lnTo>
                  <a:pt x="1357375" y="5807346"/>
                </a:lnTo>
                <a:lnTo>
                  <a:pt x="1350673" y="5825080"/>
                </a:lnTo>
                <a:lnTo>
                  <a:pt x="1332617" y="5844631"/>
                </a:lnTo>
                <a:lnTo>
                  <a:pt x="1319819" y="5863902"/>
                </a:lnTo>
                <a:lnTo>
                  <a:pt x="1306885" y="5872491"/>
                </a:lnTo>
                <a:lnTo>
                  <a:pt x="1295378" y="5884949"/>
                </a:lnTo>
                <a:lnTo>
                  <a:pt x="1271775" y="5895806"/>
                </a:lnTo>
                <a:lnTo>
                  <a:pt x="1249493" y="5910602"/>
                </a:lnTo>
                <a:lnTo>
                  <a:pt x="1232357" y="5913937"/>
                </a:lnTo>
                <a:lnTo>
                  <a:pt x="1218684" y="5920225"/>
                </a:lnTo>
                <a:cubicBezTo>
                  <a:pt x="1204402" y="5923598"/>
                  <a:pt x="1190114" y="5925443"/>
                  <a:pt x="1175995" y="5925867"/>
                </a:cubicBezTo>
                <a:lnTo>
                  <a:pt x="1172342" y="5925615"/>
                </a:lnTo>
                <a:lnTo>
                  <a:pt x="1169494" y="5926168"/>
                </a:lnTo>
                <a:lnTo>
                  <a:pt x="1163502" y="5925002"/>
                </a:lnTo>
                <a:lnTo>
                  <a:pt x="1134312" y="5922982"/>
                </a:lnTo>
                <a:lnTo>
                  <a:pt x="1114348" y="5915438"/>
                </a:lnTo>
                <a:lnTo>
                  <a:pt x="1089495" y="5910602"/>
                </a:lnTo>
                <a:lnTo>
                  <a:pt x="1073571" y="5900026"/>
                </a:lnTo>
                <a:lnTo>
                  <a:pt x="1058076" y="5894170"/>
                </a:lnTo>
                <a:lnTo>
                  <a:pt x="1040996" y="5878397"/>
                </a:lnTo>
                <a:lnTo>
                  <a:pt x="1019168" y="5863901"/>
                </a:lnTo>
                <a:lnTo>
                  <a:pt x="1009439" y="5849250"/>
                </a:lnTo>
                <a:lnTo>
                  <a:pt x="998208" y="5838876"/>
                </a:lnTo>
                <a:lnTo>
                  <a:pt x="988420" y="5817597"/>
                </a:lnTo>
                <a:lnTo>
                  <a:pt x="972468" y="5793574"/>
                </a:lnTo>
                <a:lnTo>
                  <a:pt x="968872" y="5775098"/>
                </a:lnTo>
                <a:lnTo>
                  <a:pt x="962932" y="5762182"/>
                </a:lnTo>
                <a:lnTo>
                  <a:pt x="962240" y="5741014"/>
                </a:lnTo>
                <a:lnTo>
                  <a:pt x="956901" y="5713576"/>
                </a:lnTo>
                <a:lnTo>
                  <a:pt x="960705" y="5694026"/>
                </a:lnTo>
                <a:lnTo>
                  <a:pt x="960175" y="5677809"/>
                </a:lnTo>
                <a:lnTo>
                  <a:pt x="967773" y="5657705"/>
                </a:lnTo>
                <a:lnTo>
                  <a:pt x="972468" y="5633577"/>
                </a:lnTo>
                <a:lnTo>
                  <a:pt x="982734" y="5618115"/>
                </a:lnTo>
                <a:lnTo>
                  <a:pt x="988986" y="5601574"/>
                </a:lnTo>
                <a:lnTo>
                  <a:pt x="1005827" y="5583340"/>
                </a:lnTo>
                <a:lnTo>
                  <a:pt x="1019168" y="5563249"/>
                </a:lnTo>
                <a:lnTo>
                  <a:pt x="1032653" y="5554295"/>
                </a:lnTo>
                <a:lnTo>
                  <a:pt x="1044281" y="5541705"/>
                </a:lnTo>
                <a:lnTo>
                  <a:pt x="1068135" y="5530733"/>
                </a:lnTo>
                <a:lnTo>
                  <a:pt x="1089496" y="5516549"/>
                </a:lnTo>
                <a:lnTo>
                  <a:pt x="1105926" y="5513352"/>
                </a:lnTo>
                <a:lnTo>
                  <a:pt x="1120975" y="5506430"/>
                </a:lnTo>
                <a:cubicBezTo>
                  <a:pt x="1135259" y="5503057"/>
                  <a:pt x="1149545" y="5501211"/>
                  <a:pt x="1163664" y="5500788"/>
                </a:cubicBezTo>
                <a:close/>
                <a:moveTo>
                  <a:pt x="55236" y="5103558"/>
                </a:moveTo>
                <a:cubicBezTo>
                  <a:pt x="84783" y="5103558"/>
                  <a:pt x="108546" y="5127323"/>
                  <a:pt x="108546" y="5156867"/>
                </a:cubicBezTo>
                <a:cubicBezTo>
                  <a:pt x="108546" y="5186412"/>
                  <a:pt x="84783" y="5210177"/>
                  <a:pt x="55236" y="5210177"/>
                </a:cubicBezTo>
                <a:cubicBezTo>
                  <a:pt x="25691" y="5210177"/>
                  <a:pt x="1928" y="5186412"/>
                  <a:pt x="1928" y="5156867"/>
                </a:cubicBezTo>
                <a:cubicBezTo>
                  <a:pt x="1928" y="5127323"/>
                  <a:pt x="25691" y="5103558"/>
                  <a:pt x="55236" y="5103558"/>
                </a:cubicBezTo>
                <a:close/>
                <a:moveTo>
                  <a:pt x="612737" y="5039330"/>
                </a:moveTo>
                <a:cubicBezTo>
                  <a:pt x="677607" y="5039330"/>
                  <a:pt x="729632" y="5091997"/>
                  <a:pt x="729632" y="5156225"/>
                </a:cubicBezTo>
                <a:lnTo>
                  <a:pt x="729567" y="5156546"/>
                </a:lnTo>
                <a:lnTo>
                  <a:pt x="729632" y="5156868"/>
                </a:lnTo>
                <a:cubicBezTo>
                  <a:pt x="729632" y="5221095"/>
                  <a:pt x="677607" y="5273763"/>
                  <a:pt x="612737" y="5273763"/>
                </a:cubicBezTo>
                <a:cubicBezTo>
                  <a:pt x="548509" y="5273763"/>
                  <a:pt x="495841" y="5221738"/>
                  <a:pt x="495841" y="5156868"/>
                </a:cubicBezTo>
                <a:lnTo>
                  <a:pt x="495906" y="5156546"/>
                </a:lnTo>
                <a:lnTo>
                  <a:pt x="495841" y="5156225"/>
                </a:lnTo>
                <a:cubicBezTo>
                  <a:pt x="495841" y="5091354"/>
                  <a:pt x="548509" y="5039330"/>
                  <a:pt x="612737" y="5039330"/>
                </a:cubicBezTo>
                <a:close/>
                <a:moveTo>
                  <a:pt x="1169613" y="4950499"/>
                </a:moveTo>
                <a:lnTo>
                  <a:pt x="1195685" y="4955573"/>
                </a:lnTo>
                <a:lnTo>
                  <a:pt x="1216778" y="4956262"/>
                </a:lnTo>
                <a:lnTo>
                  <a:pt x="1229649" y="4962181"/>
                </a:lnTo>
                <a:lnTo>
                  <a:pt x="1247196" y="4965595"/>
                </a:lnTo>
                <a:lnTo>
                  <a:pt x="1270009" y="4980745"/>
                </a:lnTo>
                <a:lnTo>
                  <a:pt x="1291155" y="4990472"/>
                </a:lnTo>
                <a:lnTo>
                  <a:pt x="1301465" y="5001633"/>
                </a:lnTo>
                <a:lnTo>
                  <a:pt x="1315397" y="5010885"/>
                </a:lnTo>
                <a:lnTo>
                  <a:pt x="1329181" y="5031642"/>
                </a:lnTo>
                <a:lnTo>
                  <a:pt x="1344780" y="5048532"/>
                </a:lnTo>
                <a:lnTo>
                  <a:pt x="1350571" y="5063854"/>
                </a:lnTo>
                <a:lnTo>
                  <a:pt x="1360687" y="5079086"/>
                </a:lnTo>
                <a:lnTo>
                  <a:pt x="1365312" y="5102861"/>
                </a:lnTo>
                <a:lnTo>
                  <a:pt x="1372721" y="5122463"/>
                </a:lnTo>
                <a:lnTo>
                  <a:pt x="1372204" y="5138277"/>
                </a:lnTo>
                <a:lnTo>
                  <a:pt x="1375783" y="5156669"/>
                </a:lnTo>
                <a:lnTo>
                  <a:pt x="1370760" y="5182484"/>
                </a:lnTo>
                <a:lnTo>
                  <a:pt x="1370047" y="5204287"/>
                </a:lnTo>
                <a:lnTo>
                  <a:pt x="1363928" y="5217591"/>
                </a:lnTo>
                <a:lnTo>
                  <a:pt x="1360687" y="5234251"/>
                </a:lnTo>
                <a:lnTo>
                  <a:pt x="1346303" y="5255911"/>
                </a:lnTo>
                <a:lnTo>
                  <a:pt x="1335838" y="5278665"/>
                </a:lnTo>
                <a:lnTo>
                  <a:pt x="1323828" y="5289757"/>
                </a:lnTo>
                <a:lnTo>
                  <a:pt x="1315397" y="5302453"/>
                </a:lnTo>
                <a:lnTo>
                  <a:pt x="1296482" y="5315014"/>
                </a:lnTo>
                <a:lnTo>
                  <a:pt x="1277778" y="5332289"/>
                </a:lnTo>
                <a:lnTo>
                  <a:pt x="1260811" y="5338701"/>
                </a:lnTo>
                <a:lnTo>
                  <a:pt x="1247196" y="5347742"/>
                </a:lnTo>
                <a:lnTo>
                  <a:pt x="1225945" y="5351877"/>
                </a:lnTo>
                <a:lnTo>
                  <a:pt x="1203846" y="5360229"/>
                </a:lnTo>
                <a:lnTo>
                  <a:pt x="1186017" y="5359647"/>
                </a:lnTo>
                <a:lnTo>
                  <a:pt x="1169613" y="5362838"/>
                </a:lnTo>
                <a:lnTo>
                  <a:pt x="1146587" y="5358358"/>
                </a:lnTo>
                <a:lnTo>
                  <a:pt x="1122022" y="5357556"/>
                </a:lnTo>
                <a:lnTo>
                  <a:pt x="1107032" y="5350662"/>
                </a:lnTo>
                <a:lnTo>
                  <a:pt x="1092031" y="5347742"/>
                </a:lnTo>
                <a:lnTo>
                  <a:pt x="1072527" y="5334791"/>
                </a:lnTo>
                <a:lnTo>
                  <a:pt x="1047644" y="5323346"/>
                </a:lnTo>
                <a:lnTo>
                  <a:pt x="1035514" y="5310212"/>
                </a:lnTo>
                <a:lnTo>
                  <a:pt x="1023829" y="5302453"/>
                </a:lnTo>
                <a:lnTo>
                  <a:pt x="1012269" y="5285044"/>
                </a:lnTo>
                <a:lnTo>
                  <a:pt x="994020" y="5265285"/>
                </a:lnTo>
                <a:lnTo>
                  <a:pt x="987246" y="5247363"/>
                </a:lnTo>
                <a:lnTo>
                  <a:pt x="978540" y="5234251"/>
                </a:lnTo>
                <a:lnTo>
                  <a:pt x="974558" y="5213789"/>
                </a:lnTo>
                <a:lnTo>
                  <a:pt x="966080" y="5191355"/>
                </a:lnTo>
                <a:lnTo>
                  <a:pt x="966671" y="5173257"/>
                </a:lnTo>
                <a:lnTo>
                  <a:pt x="963444" y="5156669"/>
                </a:lnTo>
                <a:lnTo>
                  <a:pt x="967974" y="5133385"/>
                </a:lnTo>
                <a:lnTo>
                  <a:pt x="968753" y="5109531"/>
                </a:lnTo>
                <a:lnTo>
                  <a:pt x="976245" y="5090879"/>
                </a:lnTo>
                <a:lnTo>
                  <a:pt x="978540" y="5079086"/>
                </a:lnTo>
                <a:lnTo>
                  <a:pt x="984720" y="5069781"/>
                </a:lnTo>
                <a:lnTo>
                  <a:pt x="991864" y="5051994"/>
                </a:lnTo>
                <a:lnTo>
                  <a:pt x="1017963" y="5019720"/>
                </a:lnTo>
                <a:lnTo>
                  <a:pt x="1023829" y="5010885"/>
                </a:lnTo>
                <a:lnTo>
                  <a:pt x="1026588" y="5009053"/>
                </a:lnTo>
                <a:lnTo>
                  <a:pt x="1029511" y="5005438"/>
                </a:lnTo>
                <a:cubicBezTo>
                  <a:pt x="1044109" y="4991981"/>
                  <a:pt x="1060569" y="4980701"/>
                  <a:pt x="1078330" y="4971943"/>
                </a:cubicBezTo>
                <a:lnTo>
                  <a:pt x="1086423" y="4969319"/>
                </a:lnTo>
                <a:lnTo>
                  <a:pt x="1092031" y="4965595"/>
                </a:lnTo>
                <a:lnTo>
                  <a:pt x="1106743" y="4962733"/>
                </a:lnTo>
                <a:lnTo>
                  <a:pt x="1134954" y="4953588"/>
                </a:lnTo>
                <a:lnTo>
                  <a:pt x="1151038" y="4954113"/>
                </a:lnTo>
                <a:close/>
                <a:moveTo>
                  <a:pt x="55236" y="4551839"/>
                </a:moveTo>
                <a:cubicBezTo>
                  <a:pt x="81571" y="4551839"/>
                  <a:pt x="102766" y="4573034"/>
                  <a:pt x="102766" y="4599368"/>
                </a:cubicBezTo>
                <a:lnTo>
                  <a:pt x="102633" y="4599689"/>
                </a:lnTo>
                <a:lnTo>
                  <a:pt x="102766" y="4600011"/>
                </a:lnTo>
                <a:cubicBezTo>
                  <a:pt x="102766" y="4626344"/>
                  <a:pt x="81571" y="4647540"/>
                  <a:pt x="55236" y="4647540"/>
                </a:cubicBezTo>
                <a:cubicBezTo>
                  <a:pt x="28903" y="4647540"/>
                  <a:pt x="7709" y="4626344"/>
                  <a:pt x="7709" y="4600011"/>
                </a:cubicBezTo>
                <a:lnTo>
                  <a:pt x="7841" y="4599690"/>
                </a:lnTo>
                <a:lnTo>
                  <a:pt x="7709" y="4599368"/>
                </a:lnTo>
                <a:cubicBezTo>
                  <a:pt x="7709" y="4573034"/>
                  <a:pt x="28903" y="4551839"/>
                  <a:pt x="55236" y="4551839"/>
                </a:cubicBezTo>
                <a:close/>
                <a:moveTo>
                  <a:pt x="612736" y="4495318"/>
                </a:moveTo>
                <a:cubicBezTo>
                  <a:pt x="670542" y="4495318"/>
                  <a:pt x="716785" y="4542205"/>
                  <a:pt x="716785" y="4599368"/>
                </a:cubicBezTo>
                <a:lnTo>
                  <a:pt x="716721" y="4599689"/>
                </a:lnTo>
                <a:lnTo>
                  <a:pt x="716785" y="4600011"/>
                </a:lnTo>
                <a:cubicBezTo>
                  <a:pt x="716785" y="4657174"/>
                  <a:pt x="670542" y="4704060"/>
                  <a:pt x="612736" y="4704060"/>
                </a:cubicBezTo>
                <a:cubicBezTo>
                  <a:pt x="554931" y="4704060"/>
                  <a:pt x="508045" y="4657174"/>
                  <a:pt x="508686" y="4600011"/>
                </a:cubicBezTo>
                <a:lnTo>
                  <a:pt x="508751" y="4599689"/>
                </a:lnTo>
                <a:lnTo>
                  <a:pt x="508686" y="4599368"/>
                </a:lnTo>
                <a:cubicBezTo>
                  <a:pt x="508045" y="4542205"/>
                  <a:pt x="554931" y="4495318"/>
                  <a:pt x="612736" y="4495318"/>
                </a:cubicBezTo>
                <a:close/>
                <a:moveTo>
                  <a:pt x="1169593" y="4413107"/>
                </a:moveTo>
                <a:cubicBezTo>
                  <a:pt x="1272359" y="4413107"/>
                  <a:pt x="1355855" y="4496604"/>
                  <a:pt x="1355855" y="4599368"/>
                </a:cubicBezTo>
                <a:lnTo>
                  <a:pt x="1355790" y="4599689"/>
                </a:lnTo>
                <a:lnTo>
                  <a:pt x="1355855" y="4600009"/>
                </a:lnTo>
                <a:cubicBezTo>
                  <a:pt x="1355855" y="4702775"/>
                  <a:pt x="1272359" y="4786271"/>
                  <a:pt x="1169593" y="4786271"/>
                </a:cubicBezTo>
                <a:cubicBezTo>
                  <a:pt x="1066829" y="4786271"/>
                  <a:pt x="983332" y="4702775"/>
                  <a:pt x="983332" y="4600009"/>
                </a:cubicBezTo>
                <a:lnTo>
                  <a:pt x="983398" y="4599689"/>
                </a:lnTo>
                <a:lnTo>
                  <a:pt x="983332" y="4599368"/>
                </a:lnTo>
                <a:cubicBezTo>
                  <a:pt x="983332" y="4496604"/>
                  <a:pt x="1066829" y="4413107"/>
                  <a:pt x="1169593" y="4413107"/>
                </a:cubicBezTo>
                <a:close/>
                <a:moveTo>
                  <a:pt x="55236" y="4004616"/>
                </a:moveTo>
                <a:cubicBezTo>
                  <a:pt x="76431" y="4004616"/>
                  <a:pt x="93132" y="4021957"/>
                  <a:pt x="93132" y="4042511"/>
                </a:cubicBezTo>
                <a:lnTo>
                  <a:pt x="92996" y="4042831"/>
                </a:lnTo>
                <a:lnTo>
                  <a:pt x="93132" y="4043152"/>
                </a:lnTo>
                <a:cubicBezTo>
                  <a:pt x="93132" y="4063705"/>
                  <a:pt x="76431" y="4081047"/>
                  <a:pt x="55236" y="4081047"/>
                </a:cubicBezTo>
                <a:cubicBezTo>
                  <a:pt x="34684" y="4081047"/>
                  <a:pt x="17342" y="4064347"/>
                  <a:pt x="17342" y="4043152"/>
                </a:cubicBezTo>
                <a:lnTo>
                  <a:pt x="17479" y="4042833"/>
                </a:lnTo>
                <a:lnTo>
                  <a:pt x="17342" y="4042511"/>
                </a:lnTo>
                <a:cubicBezTo>
                  <a:pt x="17342" y="4021315"/>
                  <a:pt x="34684" y="4004616"/>
                  <a:pt x="55236" y="4004616"/>
                </a:cubicBezTo>
                <a:close/>
                <a:moveTo>
                  <a:pt x="612736" y="3957728"/>
                </a:moveTo>
                <a:cubicBezTo>
                  <a:pt x="659622" y="3957728"/>
                  <a:pt x="697517" y="3995623"/>
                  <a:pt x="697517" y="4042509"/>
                </a:cubicBezTo>
                <a:lnTo>
                  <a:pt x="697452" y="4042830"/>
                </a:lnTo>
                <a:lnTo>
                  <a:pt x="697517" y="4043152"/>
                </a:lnTo>
                <a:cubicBezTo>
                  <a:pt x="697517" y="4090038"/>
                  <a:pt x="659622" y="4127933"/>
                  <a:pt x="612736" y="4127933"/>
                </a:cubicBezTo>
                <a:cubicBezTo>
                  <a:pt x="565207" y="4127933"/>
                  <a:pt x="527312" y="4089396"/>
                  <a:pt x="527955" y="4043152"/>
                </a:cubicBezTo>
                <a:lnTo>
                  <a:pt x="528019" y="4042830"/>
                </a:lnTo>
                <a:lnTo>
                  <a:pt x="527955" y="4042509"/>
                </a:lnTo>
                <a:cubicBezTo>
                  <a:pt x="527312" y="3995623"/>
                  <a:pt x="565207" y="3957728"/>
                  <a:pt x="612736" y="3957728"/>
                </a:cubicBezTo>
                <a:close/>
                <a:moveTo>
                  <a:pt x="1169594" y="3880655"/>
                </a:moveTo>
                <a:cubicBezTo>
                  <a:pt x="1258871" y="3880655"/>
                  <a:pt x="1331449" y="3953234"/>
                  <a:pt x="1331449" y="4042511"/>
                </a:cubicBezTo>
                <a:lnTo>
                  <a:pt x="1331384" y="4042831"/>
                </a:lnTo>
                <a:lnTo>
                  <a:pt x="1331449" y="4043153"/>
                </a:lnTo>
                <a:cubicBezTo>
                  <a:pt x="1331449" y="4132430"/>
                  <a:pt x="1258871" y="4205007"/>
                  <a:pt x="1169594" y="4205007"/>
                </a:cubicBezTo>
                <a:cubicBezTo>
                  <a:pt x="1080316" y="4205007"/>
                  <a:pt x="1007739" y="4132430"/>
                  <a:pt x="1007739" y="4043153"/>
                </a:cubicBezTo>
                <a:lnTo>
                  <a:pt x="1007805" y="4042831"/>
                </a:lnTo>
                <a:lnTo>
                  <a:pt x="1007739" y="4042511"/>
                </a:lnTo>
                <a:cubicBezTo>
                  <a:pt x="1007739" y="3953234"/>
                  <a:pt x="1080316" y="3880655"/>
                  <a:pt x="1169594" y="3880655"/>
                </a:cubicBezTo>
                <a:close/>
                <a:moveTo>
                  <a:pt x="612736" y="3420142"/>
                </a:moveTo>
                <a:cubicBezTo>
                  <a:pt x="649346" y="3420142"/>
                  <a:pt x="678891" y="3449686"/>
                  <a:pt x="678891" y="3486296"/>
                </a:cubicBezTo>
                <a:lnTo>
                  <a:pt x="678891" y="3486300"/>
                </a:lnTo>
                <a:lnTo>
                  <a:pt x="678891" y="3486302"/>
                </a:lnTo>
                <a:cubicBezTo>
                  <a:pt x="678891" y="3522911"/>
                  <a:pt x="649346" y="3551814"/>
                  <a:pt x="612736" y="3551814"/>
                </a:cubicBezTo>
                <a:cubicBezTo>
                  <a:pt x="576125" y="3551814"/>
                  <a:pt x="546581" y="3522270"/>
                  <a:pt x="546581" y="3486302"/>
                </a:cubicBezTo>
                <a:lnTo>
                  <a:pt x="546582" y="3486300"/>
                </a:lnTo>
                <a:lnTo>
                  <a:pt x="546581" y="3486296"/>
                </a:lnTo>
                <a:lnTo>
                  <a:pt x="546680" y="3485811"/>
                </a:lnTo>
                <a:lnTo>
                  <a:pt x="551769" y="3460250"/>
                </a:lnTo>
                <a:cubicBezTo>
                  <a:pt x="558453" y="3444353"/>
                  <a:pt x="571118" y="3431827"/>
                  <a:pt x="586954" y="3425244"/>
                </a:cubicBezTo>
                <a:lnTo>
                  <a:pt x="611347" y="3420421"/>
                </a:lnTo>
                <a:close/>
                <a:moveTo>
                  <a:pt x="1169593" y="3357198"/>
                </a:moveTo>
                <a:cubicBezTo>
                  <a:pt x="1187256" y="3357198"/>
                  <a:pt x="1204116" y="3360770"/>
                  <a:pt x="1219471" y="3367244"/>
                </a:cubicBezTo>
                <a:lnTo>
                  <a:pt x="1219560" y="3367304"/>
                </a:lnTo>
                <a:lnTo>
                  <a:pt x="1219741" y="3367341"/>
                </a:lnTo>
                <a:lnTo>
                  <a:pt x="1240198" y="3381172"/>
                </a:lnTo>
                <a:lnTo>
                  <a:pt x="1260316" y="3394691"/>
                </a:lnTo>
                <a:lnTo>
                  <a:pt x="1260421" y="3394846"/>
                </a:lnTo>
                <a:lnTo>
                  <a:pt x="1260556" y="3394939"/>
                </a:lnTo>
                <a:lnTo>
                  <a:pt x="1272451" y="3412638"/>
                </a:lnTo>
                <a:lnTo>
                  <a:pt x="1287914" y="3435505"/>
                </a:lnTo>
                <a:lnTo>
                  <a:pt x="1287956" y="3435710"/>
                </a:lnTo>
                <a:lnTo>
                  <a:pt x="1288005" y="3435783"/>
                </a:lnTo>
                <a:lnTo>
                  <a:pt x="1297800" y="3484414"/>
                </a:lnTo>
                <a:lnTo>
                  <a:pt x="1298050" y="3485654"/>
                </a:lnTo>
                <a:lnTo>
                  <a:pt x="1298050" y="3485657"/>
                </a:lnTo>
                <a:lnTo>
                  <a:pt x="1298050" y="3485659"/>
                </a:lnTo>
                <a:lnTo>
                  <a:pt x="1297801" y="3486892"/>
                </a:lnTo>
                <a:lnTo>
                  <a:pt x="1288005" y="3535531"/>
                </a:lnTo>
                <a:lnTo>
                  <a:pt x="1287955" y="3535604"/>
                </a:lnTo>
                <a:lnTo>
                  <a:pt x="1287914" y="3535806"/>
                </a:lnTo>
                <a:lnTo>
                  <a:pt x="1272620" y="3558425"/>
                </a:lnTo>
                <a:lnTo>
                  <a:pt x="1260556" y="3576375"/>
                </a:lnTo>
                <a:lnTo>
                  <a:pt x="1260419" y="3576469"/>
                </a:lnTo>
                <a:lnTo>
                  <a:pt x="1260316" y="3576620"/>
                </a:lnTo>
                <a:lnTo>
                  <a:pt x="1240760" y="3589763"/>
                </a:lnTo>
                <a:lnTo>
                  <a:pt x="1219741" y="3603973"/>
                </a:lnTo>
                <a:lnTo>
                  <a:pt x="1219554" y="3604012"/>
                </a:lnTo>
                <a:lnTo>
                  <a:pt x="1219471" y="3604067"/>
                </a:lnTo>
                <a:cubicBezTo>
                  <a:pt x="1204116" y="3610541"/>
                  <a:pt x="1187256" y="3614112"/>
                  <a:pt x="1169593" y="3614112"/>
                </a:cubicBezTo>
                <a:lnTo>
                  <a:pt x="1168035" y="3613798"/>
                </a:lnTo>
                <a:lnTo>
                  <a:pt x="1119355" y="3604063"/>
                </a:lnTo>
                <a:cubicBezTo>
                  <a:pt x="1088485" y="3591119"/>
                  <a:pt x="1063797" y="3566571"/>
                  <a:pt x="1050912" y="3535803"/>
                </a:cubicBezTo>
                <a:lnTo>
                  <a:pt x="1041163" y="3485790"/>
                </a:lnTo>
                <a:lnTo>
                  <a:pt x="1041137" y="3485659"/>
                </a:lnTo>
                <a:lnTo>
                  <a:pt x="1041138" y="3485657"/>
                </a:lnTo>
                <a:lnTo>
                  <a:pt x="1041137" y="3485654"/>
                </a:lnTo>
                <a:lnTo>
                  <a:pt x="1041163" y="3485523"/>
                </a:lnTo>
                <a:lnTo>
                  <a:pt x="1050912" y="3435511"/>
                </a:lnTo>
                <a:cubicBezTo>
                  <a:pt x="1063797" y="3404743"/>
                  <a:pt x="1088485" y="3380195"/>
                  <a:pt x="1119355" y="3367250"/>
                </a:cubicBezTo>
                <a:lnTo>
                  <a:pt x="1166602" y="3357803"/>
                </a:lnTo>
                <a:close/>
                <a:moveTo>
                  <a:pt x="1726451" y="3271775"/>
                </a:moveTo>
                <a:cubicBezTo>
                  <a:pt x="1844632" y="3271775"/>
                  <a:pt x="1940331" y="3367477"/>
                  <a:pt x="1940331" y="3485654"/>
                </a:cubicBezTo>
                <a:lnTo>
                  <a:pt x="1940331" y="3485657"/>
                </a:lnTo>
                <a:lnTo>
                  <a:pt x="1940331" y="3485659"/>
                </a:lnTo>
                <a:cubicBezTo>
                  <a:pt x="1940331" y="3603840"/>
                  <a:pt x="1844632" y="3699535"/>
                  <a:pt x="1726451" y="3699535"/>
                </a:cubicBezTo>
                <a:cubicBezTo>
                  <a:pt x="1608271" y="3699535"/>
                  <a:pt x="1512572" y="3603840"/>
                  <a:pt x="1512572" y="3485659"/>
                </a:cubicBezTo>
                <a:lnTo>
                  <a:pt x="1512573" y="3485657"/>
                </a:lnTo>
                <a:lnTo>
                  <a:pt x="1512572" y="3485654"/>
                </a:lnTo>
                <a:cubicBezTo>
                  <a:pt x="1512572" y="3367477"/>
                  <a:pt x="1608271" y="3271775"/>
                  <a:pt x="1726451" y="3271775"/>
                </a:cubicBezTo>
                <a:close/>
                <a:moveTo>
                  <a:pt x="612736" y="2881269"/>
                </a:moveTo>
                <a:cubicBezTo>
                  <a:pt x="638427" y="2881269"/>
                  <a:pt x="659622" y="2902465"/>
                  <a:pt x="659622" y="2928156"/>
                </a:cubicBezTo>
                <a:lnTo>
                  <a:pt x="659487" y="2928480"/>
                </a:lnTo>
                <a:lnTo>
                  <a:pt x="659622" y="2928804"/>
                </a:lnTo>
                <a:cubicBezTo>
                  <a:pt x="659622" y="2954495"/>
                  <a:pt x="638427" y="2975691"/>
                  <a:pt x="612736" y="2975691"/>
                </a:cubicBezTo>
                <a:cubicBezTo>
                  <a:pt x="599891" y="2975691"/>
                  <a:pt x="588169" y="2970392"/>
                  <a:pt x="579659" y="2961882"/>
                </a:cubicBezTo>
                <a:lnTo>
                  <a:pt x="579503" y="2961508"/>
                </a:lnTo>
                <a:lnTo>
                  <a:pt x="579417" y="2961474"/>
                </a:lnTo>
                <a:lnTo>
                  <a:pt x="576618" y="2954598"/>
                </a:lnTo>
                <a:lnTo>
                  <a:pt x="565849" y="2928804"/>
                </a:lnTo>
                <a:lnTo>
                  <a:pt x="565982" y="2928480"/>
                </a:lnTo>
                <a:lnTo>
                  <a:pt x="565849" y="2928156"/>
                </a:lnTo>
                <a:cubicBezTo>
                  <a:pt x="565849" y="2902465"/>
                  <a:pt x="587045" y="2881269"/>
                  <a:pt x="612736" y="2881269"/>
                </a:cubicBezTo>
                <a:close/>
                <a:moveTo>
                  <a:pt x="1169593" y="2834388"/>
                </a:moveTo>
                <a:cubicBezTo>
                  <a:pt x="1221618" y="2834388"/>
                  <a:pt x="1263367" y="2876781"/>
                  <a:pt x="1263367" y="2928162"/>
                </a:cubicBezTo>
                <a:lnTo>
                  <a:pt x="1263302" y="2928480"/>
                </a:lnTo>
                <a:lnTo>
                  <a:pt x="1263367" y="2928800"/>
                </a:lnTo>
                <a:cubicBezTo>
                  <a:pt x="1263367" y="2980182"/>
                  <a:pt x="1221618" y="3022571"/>
                  <a:pt x="1169593" y="3022571"/>
                </a:cubicBezTo>
                <a:cubicBezTo>
                  <a:pt x="1117568" y="3022571"/>
                  <a:pt x="1075178" y="2980823"/>
                  <a:pt x="1075821" y="2928800"/>
                </a:cubicBezTo>
                <a:lnTo>
                  <a:pt x="1075886" y="2928480"/>
                </a:lnTo>
                <a:lnTo>
                  <a:pt x="1075821" y="2928162"/>
                </a:lnTo>
                <a:cubicBezTo>
                  <a:pt x="1075178" y="2876781"/>
                  <a:pt x="1117568" y="2834388"/>
                  <a:pt x="1169593" y="2834388"/>
                </a:cubicBezTo>
                <a:close/>
                <a:moveTo>
                  <a:pt x="1726451" y="2766301"/>
                </a:moveTo>
                <a:cubicBezTo>
                  <a:pt x="1816370" y="2766301"/>
                  <a:pt x="1888947" y="2838877"/>
                  <a:pt x="1888947" y="2928798"/>
                </a:cubicBezTo>
                <a:lnTo>
                  <a:pt x="1888947" y="2928802"/>
                </a:lnTo>
                <a:lnTo>
                  <a:pt x="1888947" y="2928807"/>
                </a:lnTo>
                <a:cubicBezTo>
                  <a:pt x="1888947" y="3018725"/>
                  <a:pt x="1816370" y="3091304"/>
                  <a:pt x="1726451" y="3091304"/>
                </a:cubicBezTo>
                <a:cubicBezTo>
                  <a:pt x="1636531" y="3091304"/>
                  <a:pt x="1563954" y="3018725"/>
                  <a:pt x="1563954" y="2928807"/>
                </a:cubicBezTo>
                <a:lnTo>
                  <a:pt x="1563955" y="2928802"/>
                </a:lnTo>
                <a:lnTo>
                  <a:pt x="1563954" y="2928798"/>
                </a:lnTo>
                <a:cubicBezTo>
                  <a:pt x="1563954" y="2838877"/>
                  <a:pt x="1636531" y="2766301"/>
                  <a:pt x="1726451" y="2766301"/>
                </a:cubicBezTo>
                <a:close/>
                <a:moveTo>
                  <a:pt x="1169593" y="2310279"/>
                </a:moveTo>
                <a:cubicBezTo>
                  <a:pt x="1203635" y="2310279"/>
                  <a:pt x="1230610" y="2337899"/>
                  <a:pt x="1230610" y="2371297"/>
                </a:cubicBezTo>
                <a:lnTo>
                  <a:pt x="1230476" y="2371620"/>
                </a:lnTo>
                <a:lnTo>
                  <a:pt x="1230610" y="2371944"/>
                </a:lnTo>
                <a:cubicBezTo>
                  <a:pt x="1230610" y="2405343"/>
                  <a:pt x="1203635" y="2432962"/>
                  <a:pt x="1169593" y="2432962"/>
                </a:cubicBezTo>
                <a:cubicBezTo>
                  <a:pt x="1136194" y="2432962"/>
                  <a:pt x="1108577" y="2405983"/>
                  <a:pt x="1108577" y="2371944"/>
                </a:cubicBezTo>
                <a:lnTo>
                  <a:pt x="1108712" y="2371620"/>
                </a:lnTo>
                <a:lnTo>
                  <a:pt x="1108577" y="2371297"/>
                </a:lnTo>
                <a:cubicBezTo>
                  <a:pt x="1108577" y="2337256"/>
                  <a:pt x="1136194" y="2310279"/>
                  <a:pt x="1169593" y="2310279"/>
                </a:cubicBezTo>
                <a:close/>
                <a:moveTo>
                  <a:pt x="1726451" y="2253761"/>
                </a:moveTo>
                <a:cubicBezTo>
                  <a:pt x="1791322" y="2253761"/>
                  <a:pt x="1843989" y="2306430"/>
                  <a:pt x="1843989" y="2371298"/>
                </a:cubicBezTo>
                <a:lnTo>
                  <a:pt x="1843924" y="2371620"/>
                </a:lnTo>
                <a:lnTo>
                  <a:pt x="1843989" y="2371944"/>
                </a:lnTo>
                <a:cubicBezTo>
                  <a:pt x="1843989" y="2436813"/>
                  <a:pt x="1791322" y="2489484"/>
                  <a:pt x="1726451" y="2489484"/>
                </a:cubicBezTo>
                <a:cubicBezTo>
                  <a:pt x="1661581" y="2489484"/>
                  <a:pt x="1608913" y="2436813"/>
                  <a:pt x="1608913" y="2371944"/>
                </a:cubicBezTo>
                <a:lnTo>
                  <a:pt x="1608979" y="2371620"/>
                </a:lnTo>
                <a:lnTo>
                  <a:pt x="1608913" y="2371298"/>
                </a:lnTo>
                <a:cubicBezTo>
                  <a:pt x="1608913" y="2306430"/>
                  <a:pt x="1661581" y="2253761"/>
                  <a:pt x="1726451" y="2253761"/>
                </a:cubicBezTo>
                <a:close/>
                <a:moveTo>
                  <a:pt x="2283309" y="2185682"/>
                </a:moveTo>
                <a:cubicBezTo>
                  <a:pt x="2386075" y="2185682"/>
                  <a:pt x="2468929" y="2268534"/>
                  <a:pt x="2468929" y="2371298"/>
                </a:cubicBezTo>
                <a:lnTo>
                  <a:pt x="2468866" y="2371620"/>
                </a:lnTo>
                <a:lnTo>
                  <a:pt x="2468929" y="2371946"/>
                </a:lnTo>
                <a:cubicBezTo>
                  <a:pt x="2468929" y="2474711"/>
                  <a:pt x="2386075" y="2557571"/>
                  <a:pt x="2283309" y="2557571"/>
                </a:cubicBezTo>
                <a:cubicBezTo>
                  <a:pt x="2180545" y="2557571"/>
                  <a:pt x="2097690" y="2474711"/>
                  <a:pt x="2097690" y="2371946"/>
                </a:cubicBezTo>
                <a:lnTo>
                  <a:pt x="2097756" y="2371620"/>
                </a:lnTo>
                <a:lnTo>
                  <a:pt x="2097690" y="2371298"/>
                </a:lnTo>
                <a:cubicBezTo>
                  <a:pt x="2097690" y="2268534"/>
                  <a:pt x="2180545" y="2185682"/>
                  <a:pt x="2283309" y="2185682"/>
                </a:cubicBezTo>
                <a:close/>
                <a:moveTo>
                  <a:pt x="1169594" y="1778474"/>
                </a:moveTo>
                <a:cubicBezTo>
                  <a:pt x="1189504" y="1778474"/>
                  <a:pt x="1205562" y="1794531"/>
                  <a:pt x="1205562" y="1814442"/>
                </a:cubicBezTo>
                <a:lnTo>
                  <a:pt x="1205428" y="1814767"/>
                </a:lnTo>
                <a:lnTo>
                  <a:pt x="1205562" y="1815092"/>
                </a:lnTo>
                <a:cubicBezTo>
                  <a:pt x="1205562" y="1835003"/>
                  <a:pt x="1189504" y="1851060"/>
                  <a:pt x="1169594" y="1851060"/>
                </a:cubicBezTo>
                <a:cubicBezTo>
                  <a:pt x="1149683" y="1851060"/>
                  <a:pt x="1133626" y="1835003"/>
                  <a:pt x="1133626" y="1815092"/>
                </a:cubicBezTo>
                <a:lnTo>
                  <a:pt x="1133762" y="1814767"/>
                </a:lnTo>
                <a:lnTo>
                  <a:pt x="1133626" y="1814442"/>
                </a:lnTo>
                <a:cubicBezTo>
                  <a:pt x="1133626" y="1794531"/>
                  <a:pt x="1149683" y="1778474"/>
                  <a:pt x="1169594" y="1778474"/>
                </a:cubicBezTo>
                <a:close/>
                <a:moveTo>
                  <a:pt x="1726452" y="1741232"/>
                </a:moveTo>
                <a:cubicBezTo>
                  <a:pt x="1766916" y="1741232"/>
                  <a:pt x="1799672" y="1773988"/>
                  <a:pt x="1799672" y="1814452"/>
                </a:cubicBezTo>
                <a:lnTo>
                  <a:pt x="1799608" y="1814767"/>
                </a:lnTo>
                <a:lnTo>
                  <a:pt x="1799672" y="1815083"/>
                </a:lnTo>
                <a:cubicBezTo>
                  <a:pt x="1799672" y="1855547"/>
                  <a:pt x="1766916" y="1888303"/>
                  <a:pt x="1726452" y="1888303"/>
                </a:cubicBezTo>
                <a:cubicBezTo>
                  <a:pt x="1685988" y="1888303"/>
                  <a:pt x="1653232" y="1854904"/>
                  <a:pt x="1653232" y="1815083"/>
                </a:cubicBezTo>
                <a:lnTo>
                  <a:pt x="1653296" y="1814767"/>
                </a:lnTo>
                <a:lnTo>
                  <a:pt x="1653232" y="1814452"/>
                </a:lnTo>
                <a:cubicBezTo>
                  <a:pt x="1653232" y="1773988"/>
                  <a:pt x="1685988" y="1741232"/>
                  <a:pt x="1726452" y="1741232"/>
                </a:cubicBezTo>
                <a:close/>
                <a:moveTo>
                  <a:pt x="9907829" y="1731583"/>
                </a:moveTo>
                <a:lnTo>
                  <a:pt x="9907829" y="1898575"/>
                </a:lnTo>
                <a:cubicBezTo>
                  <a:pt x="9895625" y="1872884"/>
                  <a:pt x="9888560" y="1845266"/>
                  <a:pt x="9888560" y="1815080"/>
                </a:cubicBezTo>
                <a:cubicBezTo>
                  <a:pt x="9888560" y="1784891"/>
                  <a:pt x="9895625" y="1756631"/>
                  <a:pt x="9907829" y="1731583"/>
                </a:cubicBezTo>
                <a:close/>
                <a:moveTo>
                  <a:pt x="2283183" y="1688074"/>
                </a:moveTo>
                <a:cubicBezTo>
                  <a:pt x="2315564" y="1688073"/>
                  <a:pt x="2347946" y="1700426"/>
                  <a:pt x="2372650" y="1725132"/>
                </a:cubicBezTo>
                <a:cubicBezTo>
                  <a:pt x="2397358" y="1749839"/>
                  <a:pt x="2409711" y="1782221"/>
                  <a:pt x="2409711" y="1814602"/>
                </a:cubicBezTo>
                <a:lnTo>
                  <a:pt x="2409710" y="1814607"/>
                </a:lnTo>
                <a:lnTo>
                  <a:pt x="2409711" y="1814611"/>
                </a:lnTo>
                <a:cubicBezTo>
                  <a:pt x="2409711" y="1846993"/>
                  <a:pt x="2397358" y="1879375"/>
                  <a:pt x="2372650" y="1904081"/>
                </a:cubicBezTo>
                <a:cubicBezTo>
                  <a:pt x="2323240" y="1953492"/>
                  <a:pt x="2243126" y="1953492"/>
                  <a:pt x="2193714" y="1904081"/>
                </a:cubicBezTo>
                <a:cubicBezTo>
                  <a:pt x="2169009" y="1879375"/>
                  <a:pt x="2156655" y="1846993"/>
                  <a:pt x="2156655" y="1814611"/>
                </a:cubicBezTo>
                <a:lnTo>
                  <a:pt x="2156655" y="1814607"/>
                </a:lnTo>
                <a:lnTo>
                  <a:pt x="2156655" y="1814602"/>
                </a:lnTo>
                <a:cubicBezTo>
                  <a:pt x="2156655" y="1782221"/>
                  <a:pt x="2169009" y="1749839"/>
                  <a:pt x="2193714" y="1725133"/>
                </a:cubicBezTo>
                <a:cubicBezTo>
                  <a:pt x="2218420" y="1700426"/>
                  <a:pt x="2250800" y="1688074"/>
                  <a:pt x="2283183" y="1688074"/>
                </a:cubicBezTo>
                <a:close/>
                <a:moveTo>
                  <a:pt x="2840168" y="1624326"/>
                </a:moveTo>
                <a:lnTo>
                  <a:pt x="2859379" y="1628209"/>
                </a:lnTo>
                <a:lnTo>
                  <a:pt x="2914040" y="1639228"/>
                </a:lnTo>
                <a:lnTo>
                  <a:pt x="2914096" y="1639266"/>
                </a:lnTo>
                <a:lnTo>
                  <a:pt x="2914312" y="1639310"/>
                </a:lnTo>
                <a:lnTo>
                  <a:pt x="2950154" y="1663524"/>
                </a:lnTo>
                <a:lnTo>
                  <a:pt x="2974485" y="1679893"/>
                </a:lnTo>
                <a:lnTo>
                  <a:pt x="2974572" y="1680020"/>
                </a:lnTo>
                <a:lnTo>
                  <a:pt x="2974726" y="1680125"/>
                </a:lnTo>
                <a:lnTo>
                  <a:pt x="2994843" y="1710029"/>
                </a:lnTo>
                <a:lnTo>
                  <a:pt x="3015300" y="1740308"/>
                </a:lnTo>
                <a:lnTo>
                  <a:pt x="3015336" y="1740490"/>
                </a:lnTo>
                <a:lnTo>
                  <a:pt x="3015391" y="1740569"/>
                </a:lnTo>
                <a:cubicBezTo>
                  <a:pt x="3024984" y="1763300"/>
                  <a:pt x="3030282" y="1788269"/>
                  <a:pt x="3030282" y="1814442"/>
                </a:cubicBezTo>
                <a:lnTo>
                  <a:pt x="3030281" y="1814448"/>
                </a:lnTo>
                <a:lnTo>
                  <a:pt x="3030282" y="1814453"/>
                </a:lnTo>
                <a:cubicBezTo>
                  <a:pt x="3030282" y="1840626"/>
                  <a:pt x="3024984" y="1865594"/>
                  <a:pt x="3015391" y="1888324"/>
                </a:cubicBezTo>
                <a:lnTo>
                  <a:pt x="3015336" y="1888403"/>
                </a:lnTo>
                <a:lnTo>
                  <a:pt x="3015300" y="1888585"/>
                </a:lnTo>
                <a:lnTo>
                  <a:pt x="2994895" y="1918790"/>
                </a:lnTo>
                <a:lnTo>
                  <a:pt x="2974726" y="1948769"/>
                </a:lnTo>
                <a:lnTo>
                  <a:pt x="2974572" y="1948874"/>
                </a:lnTo>
                <a:lnTo>
                  <a:pt x="2974485" y="1948999"/>
                </a:lnTo>
                <a:lnTo>
                  <a:pt x="2950250" y="1965305"/>
                </a:lnTo>
                <a:lnTo>
                  <a:pt x="2914312" y="1989583"/>
                </a:lnTo>
                <a:lnTo>
                  <a:pt x="2914096" y="1989627"/>
                </a:lnTo>
                <a:lnTo>
                  <a:pt x="2914040" y="1989664"/>
                </a:lnTo>
                <a:lnTo>
                  <a:pt x="2859639" y="2000631"/>
                </a:lnTo>
                <a:lnTo>
                  <a:pt x="2840168" y="2004566"/>
                </a:lnTo>
                <a:cubicBezTo>
                  <a:pt x="2735475" y="2004566"/>
                  <a:pt x="2650053" y="1919786"/>
                  <a:pt x="2650053" y="1814453"/>
                </a:cubicBezTo>
                <a:lnTo>
                  <a:pt x="2650055" y="1814448"/>
                </a:lnTo>
                <a:lnTo>
                  <a:pt x="2650053" y="1814442"/>
                </a:lnTo>
                <a:cubicBezTo>
                  <a:pt x="2650053" y="1709107"/>
                  <a:pt x="2735475" y="1624326"/>
                  <a:pt x="2840168" y="1624326"/>
                </a:cubicBezTo>
                <a:close/>
                <a:moveTo>
                  <a:pt x="1726452" y="1217762"/>
                </a:moveTo>
                <a:cubicBezTo>
                  <a:pt x="1748290" y="1217762"/>
                  <a:pt x="1766273" y="1235745"/>
                  <a:pt x="1766273" y="1257583"/>
                </a:cubicBezTo>
                <a:lnTo>
                  <a:pt x="1766272" y="1257587"/>
                </a:lnTo>
                <a:lnTo>
                  <a:pt x="1766273" y="1257592"/>
                </a:lnTo>
                <a:cubicBezTo>
                  <a:pt x="1766273" y="1279428"/>
                  <a:pt x="1748290" y="1297412"/>
                  <a:pt x="1726452" y="1297412"/>
                </a:cubicBezTo>
                <a:cubicBezTo>
                  <a:pt x="1704614" y="1297412"/>
                  <a:pt x="1686631" y="1279428"/>
                  <a:pt x="1686631" y="1257592"/>
                </a:cubicBezTo>
                <a:lnTo>
                  <a:pt x="1686633" y="1257587"/>
                </a:lnTo>
                <a:lnTo>
                  <a:pt x="1686631" y="1257583"/>
                </a:lnTo>
                <a:cubicBezTo>
                  <a:pt x="1686631" y="1235745"/>
                  <a:pt x="1704614" y="1217762"/>
                  <a:pt x="1726452" y="1217762"/>
                </a:cubicBezTo>
                <a:close/>
                <a:moveTo>
                  <a:pt x="2283309" y="1183722"/>
                </a:moveTo>
                <a:lnTo>
                  <a:pt x="2289931" y="1185063"/>
                </a:lnTo>
                <a:lnTo>
                  <a:pt x="2311921" y="1189491"/>
                </a:lnTo>
                <a:lnTo>
                  <a:pt x="2311979" y="1189530"/>
                </a:lnTo>
                <a:lnTo>
                  <a:pt x="2312191" y="1189572"/>
                </a:lnTo>
                <a:lnTo>
                  <a:pt x="2325865" y="1198842"/>
                </a:lnTo>
                <a:lnTo>
                  <a:pt x="2335415" y="1205247"/>
                </a:lnTo>
                <a:lnTo>
                  <a:pt x="2335503" y="1205376"/>
                </a:lnTo>
                <a:lnTo>
                  <a:pt x="2335655" y="1205479"/>
                </a:lnTo>
                <a:lnTo>
                  <a:pt x="2343315" y="1216902"/>
                </a:lnTo>
                <a:lnTo>
                  <a:pt x="2351320" y="1228711"/>
                </a:lnTo>
                <a:lnTo>
                  <a:pt x="2351358" y="1228894"/>
                </a:lnTo>
                <a:lnTo>
                  <a:pt x="2351411" y="1228973"/>
                </a:lnTo>
                <a:cubicBezTo>
                  <a:pt x="2355124" y="1237794"/>
                  <a:pt x="2357170" y="1247468"/>
                  <a:pt x="2357170" y="1257585"/>
                </a:cubicBezTo>
                <a:lnTo>
                  <a:pt x="2357170" y="1257589"/>
                </a:lnTo>
                <a:lnTo>
                  <a:pt x="2357170" y="1257593"/>
                </a:lnTo>
                <a:cubicBezTo>
                  <a:pt x="2357170" y="1267709"/>
                  <a:pt x="2355124" y="1277383"/>
                  <a:pt x="2351411" y="1286203"/>
                </a:cubicBezTo>
                <a:lnTo>
                  <a:pt x="2351358" y="1286284"/>
                </a:lnTo>
                <a:lnTo>
                  <a:pt x="2351320" y="1286467"/>
                </a:lnTo>
                <a:lnTo>
                  <a:pt x="2343311" y="1298281"/>
                </a:lnTo>
                <a:lnTo>
                  <a:pt x="2335655" y="1309697"/>
                </a:lnTo>
                <a:lnTo>
                  <a:pt x="2335503" y="1309802"/>
                </a:lnTo>
                <a:lnTo>
                  <a:pt x="2335415" y="1309930"/>
                </a:lnTo>
                <a:lnTo>
                  <a:pt x="2325840" y="1316351"/>
                </a:lnTo>
                <a:lnTo>
                  <a:pt x="2312191" y="1325604"/>
                </a:lnTo>
                <a:lnTo>
                  <a:pt x="2311981" y="1325647"/>
                </a:lnTo>
                <a:lnTo>
                  <a:pt x="2311921" y="1325687"/>
                </a:lnTo>
                <a:lnTo>
                  <a:pt x="2289573" y="1330186"/>
                </a:lnTo>
                <a:lnTo>
                  <a:pt x="2283309" y="1331454"/>
                </a:lnTo>
                <a:cubicBezTo>
                  <a:pt x="2242846" y="1331454"/>
                  <a:pt x="2209446" y="1298698"/>
                  <a:pt x="2209446" y="1257593"/>
                </a:cubicBezTo>
                <a:lnTo>
                  <a:pt x="2209449" y="1257589"/>
                </a:lnTo>
                <a:lnTo>
                  <a:pt x="2209446" y="1257585"/>
                </a:lnTo>
                <a:cubicBezTo>
                  <a:pt x="2209446" y="1216478"/>
                  <a:pt x="2242846" y="1183722"/>
                  <a:pt x="2283309" y="1183722"/>
                </a:cubicBezTo>
                <a:close/>
                <a:moveTo>
                  <a:pt x="2840166" y="1135550"/>
                </a:moveTo>
                <a:cubicBezTo>
                  <a:pt x="2907607" y="1135550"/>
                  <a:pt x="2962201" y="1190144"/>
                  <a:pt x="2962201" y="1257583"/>
                </a:cubicBezTo>
                <a:lnTo>
                  <a:pt x="2962201" y="1257588"/>
                </a:lnTo>
                <a:lnTo>
                  <a:pt x="2962201" y="1257592"/>
                </a:lnTo>
                <a:cubicBezTo>
                  <a:pt x="2962201" y="1325031"/>
                  <a:pt x="2907607" y="1379625"/>
                  <a:pt x="2840166" y="1379625"/>
                </a:cubicBezTo>
                <a:cubicBezTo>
                  <a:pt x="2772728" y="1379625"/>
                  <a:pt x="2718134" y="1325031"/>
                  <a:pt x="2718134" y="1257592"/>
                </a:cubicBezTo>
                <a:lnTo>
                  <a:pt x="2718135" y="1257588"/>
                </a:lnTo>
                <a:lnTo>
                  <a:pt x="2718134" y="1257583"/>
                </a:lnTo>
                <a:cubicBezTo>
                  <a:pt x="2718134" y="1190144"/>
                  <a:pt x="2772728" y="1135550"/>
                  <a:pt x="2840166" y="1135550"/>
                </a:cubicBezTo>
                <a:close/>
                <a:moveTo>
                  <a:pt x="9524387" y="1083526"/>
                </a:moveTo>
                <a:cubicBezTo>
                  <a:pt x="9620729" y="1083526"/>
                  <a:pt x="9698445" y="1161885"/>
                  <a:pt x="9698445" y="1257586"/>
                </a:cubicBezTo>
                <a:lnTo>
                  <a:pt x="9698379" y="1257912"/>
                </a:lnTo>
                <a:lnTo>
                  <a:pt x="9698445" y="1258239"/>
                </a:lnTo>
                <a:cubicBezTo>
                  <a:pt x="9698445" y="1353939"/>
                  <a:pt x="9620729" y="1432296"/>
                  <a:pt x="9524387" y="1432296"/>
                </a:cubicBezTo>
                <a:cubicBezTo>
                  <a:pt x="9428045" y="1432296"/>
                  <a:pt x="9350329" y="1354579"/>
                  <a:pt x="9350329" y="1258239"/>
                </a:cubicBezTo>
                <a:lnTo>
                  <a:pt x="9350396" y="1257911"/>
                </a:lnTo>
                <a:lnTo>
                  <a:pt x="9350329" y="1257586"/>
                </a:lnTo>
                <a:cubicBezTo>
                  <a:pt x="9350329" y="1161243"/>
                  <a:pt x="9428045" y="1083526"/>
                  <a:pt x="9524387" y="1083526"/>
                </a:cubicBezTo>
                <a:close/>
                <a:moveTo>
                  <a:pt x="3397667" y="1083526"/>
                </a:moveTo>
                <a:cubicBezTo>
                  <a:pt x="3494010" y="1083526"/>
                  <a:pt x="3571726" y="1161884"/>
                  <a:pt x="3571726" y="1257583"/>
                </a:cubicBezTo>
                <a:lnTo>
                  <a:pt x="3571660" y="1257910"/>
                </a:lnTo>
                <a:lnTo>
                  <a:pt x="3571726" y="1258237"/>
                </a:lnTo>
                <a:cubicBezTo>
                  <a:pt x="3571726" y="1353936"/>
                  <a:pt x="3494010" y="1432293"/>
                  <a:pt x="3397667" y="1432293"/>
                </a:cubicBezTo>
                <a:cubicBezTo>
                  <a:pt x="3301968" y="1432293"/>
                  <a:pt x="3223609" y="1354576"/>
                  <a:pt x="3223609" y="1258237"/>
                </a:cubicBezTo>
                <a:lnTo>
                  <a:pt x="3223676" y="1257910"/>
                </a:lnTo>
                <a:lnTo>
                  <a:pt x="3223609" y="1257583"/>
                </a:lnTo>
                <a:cubicBezTo>
                  <a:pt x="3223609" y="1161241"/>
                  <a:pt x="3301968" y="1083526"/>
                  <a:pt x="3397667" y="1083526"/>
                </a:cubicBezTo>
                <a:close/>
                <a:moveTo>
                  <a:pt x="3985091" y="1035050"/>
                </a:moveTo>
                <a:lnTo>
                  <a:pt x="3999885" y="1038730"/>
                </a:lnTo>
                <a:lnTo>
                  <a:pt x="4006300" y="1038985"/>
                </a:lnTo>
                <a:lnTo>
                  <a:pt x="4012914" y="1041971"/>
                </a:lnTo>
                <a:lnTo>
                  <a:pt x="4032126" y="1046750"/>
                </a:lnTo>
                <a:cubicBezTo>
                  <a:pt x="4047339" y="1052324"/>
                  <a:pt x="4061989" y="1059550"/>
                  <a:pt x="4075781" y="1068355"/>
                </a:cubicBezTo>
                <a:lnTo>
                  <a:pt x="4081393" y="1072885"/>
                </a:lnTo>
                <a:lnTo>
                  <a:pt x="4084846" y="1074445"/>
                </a:lnTo>
                <a:lnTo>
                  <a:pt x="4089571" y="1079489"/>
                </a:lnTo>
                <a:lnTo>
                  <a:pt x="4114288" y="1099448"/>
                </a:lnTo>
                <a:lnTo>
                  <a:pt x="4145805" y="1139522"/>
                </a:lnTo>
                <a:lnTo>
                  <a:pt x="4145875" y="1139595"/>
                </a:lnTo>
                <a:cubicBezTo>
                  <a:pt x="4162191" y="1166001"/>
                  <a:pt x="4172383" y="1194462"/>
                  <a:pt x="4176845" y="1223321"/>
                </a:cubicBezTo>
                <a:lnTo>
                  <a:pt x="4176845" y="1223333"/>
                </a:lnTo>
                <a:lnTo>
                  <a:pt x="4176845" y="1223336"/>
                </a:lnTo>
                <a:cubicBezTo>
                  <a:pt x="4190230" y="1309913"/>
                  <a:pt x="4152028" y="1400071"/>
                  <a:pt x="4072815" y="1449022"/>
                </a:cubicBezTo>
                <a:cubicBezTo>
                  <a:pt x="3967198" y="1514291"/>
                  <a:pt x="3828668" y="1481581"/>
                  <a:pt x="3763402" y="1375963"/>
                </a:cubicBezTo>
                <a:cubicBezTo>
                  <a:pt x="3747085" y="1349560"/>
                  <a:pt x="3736893" y="1321098"/>
                  <a:pt x="3732430" y="1292239"/>
                </a:cubicBezTo>
                <a:lnTo>
                  <a:pt x="3732432" y="1292226"/>
                </a:lnTo>
                <a:lnTo>
                  <a:pt x="3732430" y="1292225"/>
                </a:lnTo>
                <a:cubicBezTo>
                  <a:pt x="3719046" y="1205646"/>
                  <a:pt x="3757249" y="1115485"/>
                  <a:pt x="3836462" y="1066536"/>
                </a:cubicBezTo>
                <a:cubicBezTo>
                  <a:pt x="3862866" y="1050219"/>
                  <a:pt x="3891327" y="1040027"/>
                  <a:pt x="3920187" y="1035565"/>
                </a:cubicBezTo>
                <a:lnTo>
                  <a:pt x="3920506" y="1035578"/>
                </a:lnTo>
                <a:close/>
                <a:moveTo>
                  <a:pt x="8967529" y="1032788"/>
                </a:moveTo>
                <a:cubicBezTo>
                  <a:pt x="9091682" y="1032788"/>
                  <a:pt x="9192327" y="1133433"/>
                  <a:pt x="9192327" y="1257587"/>
                </a:cubicBezTo>
                <a:lnTo>
                  <a:pt x="9192326" y="1257592"/>
                </a:lnTo>
                <a:lnTo>
                  <a:pt x="9192327" y="1257597"/>
                </a:lnTo>
                <a:cubicBezTo>
                  <a:pt x="9192327" y="1381748"/>
                  <a:pt x="9091682" y="1482394"/>
                  <a:pt x="8967529" y="1482394"/>
                </a:cubicBezTo>
                <a:cubicBezTo>
                  <a:pt x="8843376" y="1482394"/>
                  <a:pt x="8742731" y="1381748"/>
                  <a:pt x="8742731" y="1257597"/>
                </a:cubicBezTo>
                <a:lnTo>
                  <a:pt x="8742732" y="1257592"/>
                </a:lnTo>
                <a:lnTo>
                  <a:pt x="8742731" y="1257587"/>
                </a:lnTo>
                <a:cubicBezTo>
                  <a:pt x="8742731" y="1133433"/>
                  <a:pt x="8843376" y="1032788"/>
                  <a:pt x="8967529" y="1032788"/>
                </a:cubicBezTo>
                <a:close/>
                <a:moveTo>
                  <a:pt x="2283309" y="662831"/>
                </a:moveTo>
                <a:cubicBezTo>
                  <a:pt x="2293586" y="662831"/>
                  <a:pt x="2303059" y="667006"/>
                  <a:pt x="2309964" y="673830"/>
                </a:cubicBezTo>
                <a:lnTo>
                  <a:pt x="2310039" y="674008"/>
                </a:lnTo>
                <a:lnTo>
                  <a:pt x="2310206" y="674077"/>
                </a:lnTo>
                <a:lnTo>
                  <a:pt x="2320996" y="700227"/>
                </a:lnTo>
                <a:lnTo>
                  <a:pt x="2321205" y="700726"/>
                </a:lnTo>
                <a:lnTo>
                  <a:pt x="2321202" y="700728"/>
                </a:lnTo>
                <a:lnTo>
                  <a:pt x="2321205" y="700732"/>
                </a:lnTo>
                <a:lnTo>
                  <a:pt x="2320996" y="701231"/>
                </a:lnTo>
                <a:lnTo>
                  <a:pt x="2310206" y="727380"/>
                </a:lnTo>
                <a:lnTo>
                  <a:pt x="2310039" y="727450"/>
                </a:lnTo>
                <a:lnTo>
                  <a:pt x="2309964" y="727628"/>
                </a:lnTo>
                <a:cubicBezTo>
                  <a:pt x="2303059" y="734451"/>
                  <a:pt x="2293586" y="738627"/>
                  <a:pt x="2283309" y="738627"/>
                </a:cubicBezTo>
                <a:lnTo>
                  <a:pt x="2282587" y="738324"/>
                </a:lnTo>
                <a:lnTo>
                  <a:pt x="2256415" y="727622"/>
                </a:lnTo>
                <a:lnTo>
                  <a:pt x="2245705" y="701435"/>
                </a:lnTo>
                <a:lnTo>
                  <a:pt x="2245414" y="700732"/>
                </a:lnTo>
                <a:lnTo>
                  <a:pt x="2245417" y="700728"/>
                </a:lnTo>
                <a:lnTo>
                  <a:pt x="2245414" y="700726"/>
                </a:lnTo>
                <a:lnTo>
                  <a:pt x="2245705" y="700022"/>
                </a:lnTo>
                <a:lnTo>
                  <a:pt x="2256415" y="673836"/>
                </a:lnTo>
                <a:lnTo>
                  <a:pt x="2282587" y="663133"/>
                </a:lnTo>
                <a:close/>
                <a:moveTo>
                  <a:pt x="2840166" y="635213"/>
                </a:moveTo>
                <a:cubicBezTo>
                  <a:pt x="2876135" y="635213"/>
                  <a:pt x="2905681" y="664758"/>
                  <a:pt x="2905681" y="700726"/>
                </a:cubicBezTo>
                <a:lnTo>
                  <a:pt x="2905681" y="700729"/>
                </a:lnTo>
                <a:lnTo>
                  <a:pt x="2905681" y="700732"/>
                </a:lnTo>
                <a:cubicBezTo>
                  <a:pt x="2905681" y="736700"/>
                  <a:pt x="2876135" y="766245"/>
                  <a:pt x="2840166" y="766245"/>
                </a:cubicBezTo>
                <a:cubicBezTo>
                  <a:pt x="2804200" y="766245"/>
                  <a:pt x="2774655" y="736700"/>
                  <a:pt x="2774655" y="700732"/>
                </a:cubicBezTo>
                <a:lnTo>
                  <a:pt x="2774657" y="700729"/>
                </a:lnTo>
                <a:lnTo>
                  <a:pt x="2774655" y="700726"/>
                </a:lnTo>
                <a:cubicBezTo>
                  <a:pt x="2774655" y="664758"/>
                  <a:pt x="2804200" y="635213"/>
                  <a:pt x="2840166" y="635213"/>
                </a:cubicBezTo>
                <a:close/>
                <a:moveTo>
                  <a:pt x="9524387" y="601816"/>
                </a:moveTo>
                <a:cubicBezTo>
                  <a:pt x="9579014" y="601816"/>
                  <a:pt x="9623299" y="646100"/>
                  <a:pt x="9623299" y="700727"/>
                </a:cubicBezTo>
                <a:lnTo>
                  <a:pt x="9623298" y="700731"/>
                </a:lnTo>
                <a:lnTo>
                  <a:pt x="9623299" y="700734"/>
                </a:lnTo>
                <a:cubicBezTo>
                  <a:pt x="9623299" y="755361"/>
                  <a:pt x="9579015" y="799647"/>
                  <a:pt x="9524387" y="799647"/>
                </a:cubicBezTo>
                <a:cubicBezTo>
                  <a:pt x="9469760" y="799647"/>
                  <a:pt x="9425476" y="755361"/>
                  <a:pt x="9425476" y="700734"/>
                </a:cubicBezTo>
                <a:lnTo>
                  <a:pt x="9425477" y="700731"/>
                </a:lnTo>
                <a:lnTo>
                  <a:pt x="9425476" y="700727"/>
                </a:lnTo>
                <a:cubicBezTo>
                  <a:pt x="9425476" y="646100"/>
                  <a:pt x="9469760" y="601816"/>
                  <a:pt x="9524387" y="601816"/>
                </a:cubicBezTo>
                <a:close/>
                <a:moveTo>
                  <a:pt x="3397667" y="601815"/>
                </a:moveTo>
                <a:cubicBezTo>
                  <a:pt x="3452261" y="601815"/>
                  <a:pt x="3496579" y="646132"/>
                  <a:pt x="3496579" y="700726"/>
                </a:cubicBezTo>
                <a:lnTo>
                  <a:pt x="3496579" y="700729"/>
                </a:lnTo>
                <a:lnTo>
                  <a:pt x="3496579" y="700733"/>
                </a:lnTo>
                <a:cubicBezTo>
                  <a:pt x="3496579" y="755326"/>
                  <a:pt x="3452261" y="799643"/>
                  <a:pt x="3397667" y="799643"/>
                </a:cubicBezTo>
                <a:lnTo>
                  <a:pt x="3383469" y="796774"/>
                </a:lnTo>
                <a:lnTo>
                  <a:pt x="3359090" y="791860"/>
                </a:lnTo>
                <a:cubicBezTo>
                  <a:pt x="3335326" y="781844"/>
                  <a:pt x="3316220" y="762876"/>
                  <a:pt x="3306263" y="739212"/>
                </a:cubicBezTo>
                <a:lnTo>
                  <a:pt x="3298794" y="700922"/>
                </a:lnTo>
                <a:lnTo>
                  <a:pt x="3298756" y="700733"/>
                </a:lnTo>
                <a:lnTo>
                  <a:pt x="3298757" y="700729"/>
                </a:lnTo>
                <a:lnTo>
                  <a:pt x="3298756" y="700726"/>
                </a:lnTo>
                <a:lnTo>
                  <a:pt x="3298794" y="700536"/>
                </a:lnTo>
                <a:lnTo>
                  <a:pt x="3306263" y="662246"/>
                </a:lnTo>
                <a:cubicBezTo>
                  <a:pt x="3316220" y="638581"/>
                  <a:pt x="3335326" y="619615"/>
                  <a:pt x="3359090" y="609599"/>
                </a:cubicBezTo>
                <a:lnTo>
                  <a:pt x="3382942" y="604790"/>
                </a:lnTo>
                <a:close/>
                <a:moveTo>
                  <a:pt x="8967528" y="560709"/>
                </a:moveTo>
                <a:cubicBezTo>
                  <a:pt x="9044603" y="560709"/>
                  <a:pt x="9107546" y="623652"/>
                  <a:pt x="9107546" y="700727"/>
                </a:cubicBezTo>
                <a:lnTo>
                  <a:pt x="9107545" y="700731"/>
                </a:lnTo>
                <a:lnTo>
                  <a:pt x="9107546" y="700734"/>
                </a:lnTo>
                <a:cubicBezTo>
                  <a:pt x="9107546" y="777808"/>
                  <a:pt x="9044603" y="840753"/>
                  <a:pt x="8967528" y="840753"/>
                </a:cubicBezTo>
                <a:cubicBezTo>
                  <a:pt x="8890455" y="840753"/>
                  <a:pt x="8827512" y="777808"/>
                  <a:pt x="8827512" y="700734"/>
                </a:cubicBezTo>
                <a:lnTo>
                  <a:pt x="8827513" y="700731"/>
                </a:lnTo>
                <a:lnTo>
                  <a:pt x="8827512" y="700727"/>
                </a:lnTo>
                <a:lnTo>
                  <a:pt x="8827837" y="699122"/>
                </a:lnTo>
                <a:lnTo>
                  <a:pt x="8838551" y="646071"/>
                </a:lnTo>
                <a:cubicBezTo>
                  <a:pt x="8852761" y="612532"/>
                  <a:pt x="8879656" y="585776"/>
                  <a:pt x="8913135" y="571667"/>
                </a:cubicBezTo>
                <a:lnTo>
                  <a:pt x="8962419" y="561746"/>
                </a:lnTo>
                <a:close/>
                <a:moveTo>
                  <a:pt x="3954526" y="560708"/>
                </a:moveTo>
                <a:cubicBezTo>
                  <a:pt x="4031598" y="560708"/>
                  <a:pt x="4094542" y="623651"/>
                  <a:pt x="4094542" y="700726"/>
                </a:cubicBezTo>
                <a:lnTo>
                  <a:pt x="4094542" y="700729"/>
                </a:lnTo>
                <a:lnTo>
                  <a:pt x="4094542" y="700733"/>
                </a:lnTo>
                <a:cubicBezTo>
                  <a:pt x="4094542" y="777806"/>
                  <a:pt x="4031598" y="840752"/>
                  <a:pt x="3954526" y="840752"/>
                </a:cubicBezTo>
                <a:cubicBezTo>
                  <a:pt x="3877451" y="840752"/>
                  <a:pt x="3814508" y="777806"/>
                  <a:pt x="3814508" y="700733"/>
                </a:cubicBezTo>
                <a:lnTo>
                  <a:pt x="3814509" y="700729"/>
                </a:lnTo>
                <a:lnTo>
                  <a:pt x="3814508" y="700726"/>
                </a:lnTo>
                <a:lnTo>
                  <a:pt x="3814798" y="699297"/>
                </a:lnTo>
                <a:lnTo>
                  <a:pt x="3825547" y="646068"/>
                </a:lnTo>
                <a:cubicBezTo>
                  <a:pt x="3839757" y="612529"/>
                  <a:pt x="3866654" y="585775"/>
                  <a:pt x="3900132" y="571664"/>
                </a:cubicBezTo>
                <a:lnTo>
                  <a:pt x="3950168" y="561592"/>
                </a:lnTo>
                <a:close/>
                <a:moveTo>
                  <a:pt x="8410672" y="526027"/>
                </a:moveTo>
                <a:cubicBezTo>
                  <a:pt x="8507014" y="526027"/>
                  <a:pt x="8585372" y="604385"/>
                  <a:pt x="8585372" y="700727"/>
                </a:cubicBezTo>
                <a:lnTo>
                  <a:pt x="8585371" y="700731"/>
                </a:lnTo>
                <a:lnTo>
                  <a:pt x="8585372" y="700734"/>
                </a:lnTo>
                <a:cubicBezTo>
                  <a:pt x="8585372" y="797076"/>
                  <a:pt x="8507014" y="875437"/>
                  <a:pt x="8410672" y="875437"/>
                </a:cubicBezTo>
                <a:cubicBezTo>
                  <a:pt x="8314330" y="875437"/>
                  <a:pt x="8235971" y="797076"/>
                  <a:pt x="8235971" y="700734"/>
                </a:cubicBezTo>
                <a:lnTo>
                  <a:pt x="8235973" y="700731"/>
                </a:lnTo>
                <a:lnTo>
                  <a:pt x="8235971" y="700727"/>
                </a:lnTo>
                <a:cubicBezTo>
                  <a:pt x="8235971" y="604385"/>
                  <a:pt x="8314330" y="526027"/>
                  <a:pt x="8410672" y="526027"/>
                </a:cubicBezTo>
                <a:close/>
                <a:moveTo>
                  <a:pt x="4511383" y="523456"/>
                </a:moveTo>
                <a:lnTo>
                  <a:pt x="4525910" y="526391"/>
                </a:lnTo>
                <a:lnTo>
                  <a:pt x="4580269" y="537344"/>
                </a:lnTo>
                <a:lnTo>
                  <a:pt x="4580329" y="537384"/>
                </a:lnTo>
                <a:lnTo>
                  <a:pt x="4580539" y="537427"/>
                </a:lnTo>
                <a:lnTo>
                  <a:pt x="4613420" y="559640"/>
                </a:lnTo>
                <a:lnTo>
                  <a:pt x="4636628" y="575248"/>
                </a:lnTo>
                <a:lnTo>
                  <a:pt x="4636716" y="575377"/>
                </a:lnTo>
                <a:lnTo>
                  <a:pt x="4636869" y="575481"/>
                </a:lnTo>
                <a:lnTo>
                  <a:pt x="4655387" y="603014"/>
                </a:lnTo>
                <a:lnTo>
                  <a:pt x="4674683" y="631578"/>
                </a:lnTo>
                <a:lnTo>
                  <a:pt x="4674721" y="631762"/>
                </a:lnTo>
                <a:lnTo>
                  <a:pt x="4674773" y="631841"/>
                </a:lnTo>
                <a:cubicBezTo>
                  <a:pt x="4683715" y="653037"/>
                  <a:pt x="4688653" y="676319"/>
                  <a:pt x="4688653" y="700726"/>
                </a:cubicBezTo>
                <a:lnTo>
                  <a:pt x="4688653" y="700729"/>
                </a:lnTo>
                <a:lnTo>
                  <a:pt x="4688653" y="700733"/>
                </a:lnTo>
                <a:cubicBezTo>
                  <a:pt x="4688653" y="725140"/>
                  <a:pt x="4683715" y="748423"/>
                  <a:pt x="4674773" y="769618"/>
                </a:cubicBezTo>
                <a:lnTo>
                  <a:pt x="4674721" y="769698"/>
                </a:lnTo>
                <a:lnTo>
                  <a:pt x="4674683" y="769882"/>
                </a:lnTo>
                <a:lnTo>
                  <a:pt x="4655424" y="798388"/>
                </a:lnTo>
                <a:lnTo>
                  <a:pt x="4636869" y="825980"/>
                </a:lnTo>
                <a:lnTo>
                  <a:pt x="4636716" y="826084"/>
                </a:lnTo>
                <a:lnTo>
                  <a:pt x="4636628" y="826212"/>
                </a:lnTo>
                <a:lnTo>
                  <a:pt x="4613620" y="841687"/>
                </a:lnTo>
                <a:lnTo>
                  <a:pt x="4580539" y="864035"/>
                </a:lnTo>
                <a:lnTo>
                  <a:pt x="4580326" y="864079"/>
                </a:lnTo>
                <a:lnTo>
                  <a:pt x="4580269" y="864118"/>
                </a:lnTo>
                <a:lnTo>
                  <a:pt x="4527549" y="874740"/>
                </a:lnTo>
                <a:lnTo>
                  <a:pt x="4511383" y="878004"/>
                </a:lnTo>
                <a:cubicBezTo>
                  <a:pt x="4413757" y="878004"/>
                  <a:pt x="4334114" y="799002"/>
                  <a:pt x="4334114" y="700733"/>
                </a:cubicBezTo>
                <a:lnTo>
                  <a:pt x="4334115" y="700729"/>
                </a:lnTo>
                <a:lnTo>
                  <a:pt x="4334114" y="700726"/>
                </a:lnTo>
                <a:cubicBezTo>
                  <a:pt x="4334114" y="602457"/>
                  <a:pt x="4413757" y="523456"/>
                  <a:pt x="4511383" y="523456"/>
                </a:cubicBezTo>
                <a:close/>
                <a:moveTo>
                  <a:pt x="7853813" y="495840"/>
                </a:moveTo>
                <a:cubicBezTo>
                  <a:pt x="7966855" y="495840"/>
                  <a:pt x="8058701" y="587686"/>
                  <a:pt x="8058701" y="700727"/>
                </a:cubicBezTo>
                <a:lnTo>
                  <a:pt x="8058699" y="700731"/>
                </a:lnTo>
                <a:lnTo>
                  <a:pt x="8058701" y="700734"/>
                </a:lnTo>
                <a:cubicBezTo>
                  <a:pt x="8058701" y="813775"/>
                  <a:pt x="7966855" y="905624"/>
                  <a:pt x="7853813" y="905624"/>
                </a:cubicBezTo>
                <a:lnTo>
                  <a:pt x="7840604" y="902954"/>
                </a:lnTo>
                <a:lnTo>
                  <a:pt x="7773839" y="889499"/>
                </a:lnTo>
                <a:cubicBezTo>
                  <a:pt x="7724765" y="868744"/>
                  <a:pt x="7685606" y="829445"/>
                  <a:pt x="7664953" y="780429"/>
                </a:cubicBezTo>
                <a:lnTo>
                  <a:pt x="7649199" y="702084"/>
                </a:lnTo>
                <a:lnTo>
                  <a:pt x="7648926" y="700734"/>
                </a:lnTo>
                <a:lnTo>
                  <a:pt x="7648927" y="700731"/>
                </a:lnTo>
                <a:lnTo>
                  <a:pt x="7648926" y="700727"/>
                </a:lnTo>
                <a:lnTo>
                  <a:pt x="7649199" y="699377"/>
                </a:lnTo>
                <a:lnTo>
                  <a:pt x="7664953" y="621032"/>
                </a:lnTo>
                <a:cubicBezTo>
                  <a:pt x="7685606" y="572018"/>
                  <a:pt x="7724765" y="532719"/>
                  <a:pt x="7773839" y="511965"/>
                </a:cubicBezTo>
                <a:lnTo>
                  <a:pt x="7842361" y="498155"/>
                </a:lnTo>
                <a:close/>
                <a:moveTo>
                  <a:pt x="5068241" y="493269"/>
                </a:moveTo>
                <a:cubicBezTo>
                  <a:pt x="5182568" y="493269"/>
                  <a:pt x="5275698" y="586400"/>
                  <a:pt x="5275698" y="700726"/>
                </a:cubicBezTo>
                <a:lnTo>
                  <a:pt x="5275697" y="700729"/>
                </a:lnTo>
                <a:lnTo>
                  <a:pt x="5275698" y="700733"/>
                </a:lnTo>
                <a:cubicBezTo>
                  <a:pt x="5275698" y="815060"/>
                  <a:pt x="5182568" y="908192"/>
                  <a:pt x="5068241" y="908192"/>
                </a:cubicBezTo>
                <a:cubicBezTo>
                  <a:pt x="4953915" y="908192"/>
                  <a:pt x="4860783" y="815060"/>
                  <a:pt x="4860783" y="700733"/>
                </a:cubicBezTo>
                <a:lnTo>
                  <a:pt x="4860785" y="700729"/>
                </a:lnTo>
                <a:lnTo>
                  <a:pt x="4860783" y="700726"/>
                </a:lnTo>
                <a:lnTo>
                  <a:pt x="4861236" y="698502"/>
                </a:lnTo>
                <a:lnTo>
                  <a:pt x="4877122" y="619816"/>
                </a:lnTo>
                <a:cubicBezTo>
                  <a:pt x="4898156" y="570140"/>
                  <a:pt x="4937979" y="530459"/>
                  <a:pt x="4987595" y="509525"/>
                </a:cubicBezTo>
                <a:lnTo>
                  <a:pt x="5061344" y="494667"/>
                </a:lnTo>
                <a:close/>
                <a:moveTo>
                  <a:pt x="7296313" y="471433"/>
                </a:moveTo>
                <a:cubicBezTo>
                  <a:pt x="7422842" y="471433"/>
                  <a:pt x="7525607" y="574198"/>
                  <a:pt x="7525607" y="700727"/>
                </a:cubicBezTo>
                <a:lnTo>
                  <a:pt x="7525605" y="700731"/>
                </a:lnTo>
                <a:lnTo>
                  <a:pt x="7525607" y="700734"/>
                </a:lnTo>
                <a:cubicBezTo>
                  <a:pt x="7525607" y="827266"/>
                  <a:pt x="7422842" y="930031"/>
                  <a:pt x="7296313" y="930031"/>
                </a:cubicBezTo>
                <a:cubicBezTo>
                  <a:pt x="7169785" y="930031"/>
                  <a:pt x="7067019" y="827266"/>
                  <a:pt x="7067019" y="700734"/>
                </a:cubicBezTo>
                <a:lnTo>
                  <a:pt x="7067020" y="700731"/>
                </a:lnTo>
                <a:lnTo>
                  <a:pt x="7067019" y="700727"/>
                </a:lnTo>
                <a:cubicBezTo>
                  <a:pt x="7067019" y="574198"/>
                  <a:pt x="7169785" y="471433"/>
                  <a:pt x="7296313" y="471433"/>
                </a:cubicBezTo>
                <a:close/>
                <a:moveTo>
                  <a:pt x="5625740" y="471431"/>
                </a:moveTo>
                <a:cubicBezTo>
                  <a:pt x="5752269" y="471431"/>
                  <a:pt x="5855035" y="574197"/>
                  <a:pt x="5855035" y="700726"/>
                </a:cubicBezTo>
                <a:lnTo>
                  <a:pt x="5855033" y="700729"/>
                </a:lnTo>
                <a:lnTo>
                  <a:pt x="5855035" y="700734"/>
                </a:lnTo>
                <a:cubicBezTo>
                  <a:pt x="5855035" y="827266"/>
                  <a:pt x="5752269" y="930031"/>
                  <a:pt x="5625740" y="930031"/>
                </a:cubicBezTo>
                <a:lnTo>
                  <a:pt x="5602468" y="927681"/>
                </a:lnTo>
                <a:lnTo>
                  <a:pt x="5579376" y="925359"/>
                </a:lnTo>
                <a:cubicBezTo>
                  <a:pt x="5504560" y="910074"/>
                  <a:pt x="5443293" y="858502"/>
                  <a:pt x="5414389" y="789933"/>
                </a:cubicBezTo>
                <a:lnTo>
                  <a:pt x="5396752" y="702248"/>
                </a:lnTo>
                <a:lnTo>
                  <a:pt x="5396446" y="700734"/>
                </a:lnTo>
                <a:lnTo>
                  <a:pt x="5396447" y="700729"/>
                </a:lnTo>
                <a:lnTo>
                  <a:pt x="5396446" y="700726"/>
                </a:lnTo>
                <a:lnTo>
                  <a:pt x="5396751" y="699216"/>
                </a:lnTo>
                <a:lnTo>
                  <a:pt x="5414389" y="611527"/>
                </a:lnTo>
                <a:cubicBezTo>
                  <a:pt x="5443293" y="542959"/>
                  <a:pt x="5504560" y="491388"/>
                  <a:pt x="5579376" y="476103"/>
                </a:cubicBezTo>
                <a:lnTo>
                  <a:pt x="5606191" y="473405"/>
                </a:lnTo>
                <a:close/>
                <a:moveTo>
                  <a:pt x="6181956" y="461149"/>
                </a:moveTo>
                <a:cubicBezTo>
                  <a:pt x="6314266" y="461149"/>
                  <a:pt x="6421527" y="568411"/>
                  <a:pt x="6421527" y="700721"/>
                </a:cubicBezTo>
                <a:cubicBezTo>
                  <a:pt x="6421527" y="807981"/>
                  <a:pt x="6351519" y="898543"/>
                  <a:pt x="6254533" y="929373"/>
                </a:cubicBezTo>
                <a:cubicBezTo>
                  <a:pt x="6339957" y="947999"/>
                  <a:pt x="6413177" y="999381"/>
                  <a:pt x="6460706" y="1069390"/>
                </a:cubicBezTo>
                <a:cubicBezTo>
                  <a:pt x="6508235" y="999381"/>
                  <a:pt x="6581455" y="947999"/>
                  <a:pt x="6666879" y="929373"/>
                </a:cubicBezTo>
                <a:cubicBezTo>
                  <a:pt x="6569894" y="898543"/>
                  <a:pt x="6499885" y="807981"/>
                  <a:pt x="6499885" y="700721"/>
                </a:cubicBezTo>
                <a:cubicBezTo>
                  <a:pt x="6499885" y="568411"/>
                  <a:pt x="6606505" y="461149"/>
                  <a:pt x="6738813" y="461149"/>
                </a:cubicBezTo>
                <a:cubicBezTo>
                  <a:pt x="6871125" y="461149"/>
                  <a:pt x="6978385" y="568411"/>
                  <a:pt x="6978385" y="700721"/>
                </a:cubicBezTo>
                <a:cubicBezTo>
                  <a:pt x="6978385" y="807981"/>
                  <a:pt x="6908377" y="898543"/>
                  <a:pt x="6811392" y="929373"/>
                </a:cubicBezTo>
                <a:cubicBezTo>
                  <a:pt x="6900669" y="949283"/>
                  <a:pt x="6975815" y="1003235"/>
                  <a:pt x="7023345" y="1077739"/>
                </a:cubicBezTo>
                <a:cubicBezTo>
                  <a:pt x="7081791" y="989105"/>
                  <a:pt x="7181988" y="930657"/>
                  <a:pt x="7296315" y="930657"/>
                </a:cubicBezTo>
                <a:cubicBezTo>
                  <a:pt x="7422843" y="930657"/>
                  <a:pt x="7532674" y="1002593"/>
                  <a:pt x="7587268" y="1107927"/>
                </a:cubicBezTo>
                <a:cubicBezTo>
                  <a:pt x="7639293" y="1015438"/>
                  <a:pt x="7738845" y="952495"/>
                  <a:pt x="7853172" y="952495"/>
                </a:cubicBezTo>
                <a:cubicBezTo>
                  <a:pt x="7997043" y="952495"/>
                  <a:pt x="8117149" y="1051406"/>
                  <a:pt x="8149905" y="1185001"/>
                </a:cubicBezTo>
                <a:cubicBezTo>
                  <a:pt x="8181377" y="1070674"/>
                  <a:pt x="8286069" y="987177"/>
                  <a:pt x="8410029" y="987177"/>
                </a:cubicBezTo>
                <a:cubicBezTo>
                  <a:pt x="8559039" y="987177"/>
                  <a:pt x="8680430" y="1107927"/>
                  <a:pt x="8680430" y="1257578"/>
                </a:cubicBezTo>
                <a:cubicBezTo>
                  <a:pt x="8680430" y="1354563"/>
                  <a:pt x="8629689" y="1439986"/>
                  <a:pt x="8552616" y="1487515"/>
                </a:cubicBezTo>
                <a:cubicBezTo>
                  <a:pt x="8620055" y="1517060"/>
                  <a:pt x="8676577" y="1566515"/>
                  <a:pt x="8714472" y="1628817"/>
                </a:cubicBezTo>
                <a:cubicBezTo>
                  <a:pt x="8771634" y="1551743"/>
                  <a:pt x="8863480" y="1501646"/>
                  <a:pt x="8966887" y="1501646"/>
                </a:cubicBezTo>
                <a:cubicBezTo>
                  <a:pt x="9119108" y="1501646"/>
                  <a:pt x="9246279" y="1610832"/>
                  <a:pt x="9274540" y="1754704"/>
                </a:cubicBezTo>
                <a:cubicBezTo>
                  <a:pt x="9301516" y="1641662"/>
                  <a:pt x="9402996" y="1558166"/>
                  <a:pt x="9523745" y="1558166"/>
                </a:cubicBezTo>
                <a:cubicBezTo>
                  <a:pt x="9665690" y="1558166"/>
                  <a:pt x="9780658" y="1673134"/>
                  <a:pt x="9780658" y="1815078"/>
                </a:cubicBezTo>
                <a:cubicBezTo>
                  <a:pt x="9780658" y="1923624"/>
                  <a:pt x="9712576" y="2016755"/>
                  <a:pt x="9616877" y="2054007"/>
                </a:cubicBezTo>
                <a:cubicBezTo>
                  <a:pt x="9718356" y="2083552"/>
                  <a:pt x="9799284" y="2159983"/>
                  <a:pt x="9835252" y="2258894"/>
                </a:cubicBezTo>
                <a:cubicBezTo>
                  <a:pt x="9851951" y="2222927"/>
                  <a:pt x="9877001" y="2190813"/>
                  <a:pt x="9907186" y="2165122"/>
                </a:cubicBezTo>
                <a:lnTo>
                  <a:pt x="9907186" y="6706386"/>
                </a:lnTo>
                <a:lnTo>
                  <a:pt x="1456023" y="6706386"/>
                </a:lnTo>
                <a:lnTo>
                  <a:pt x="1475320" y="6664783"/>
                </a:lnTo>
                <a:cubicBezTo>
                  <a:pt x="1505828" y="6617896"/>
                  <a:pt x="1549182" y="6580162"/>
                  <a:pt x="1600564" y="6556398"/>
                </a:cubicBezTo>
                <a:cubicBezTo>
                  <a:pt x="1490735" y="6507585"/>
                  <a:pt x="1414303" y="6398397"/>
                  <a:pt x="1414303" y="6270583"/>
                </a:cubicBezTo>
                <a:cubicBezTo>
                  <a:pt x="1414303" y="6149834"/>
                  <a:pt x="1483027" y="6045142"/>
                  <a:pt x="1583865" y="5993117"/>
                </a:cubicBezTo>
                <a:cubicBezTo>
                  <a:pt x="1481743" y="5941093"/>
                  <a:pt x="1412376" y="5835758"/>
                  <a:pt x="1412376" y="5713725"/>
                </a:cubicBezTo>
                <a:cubicBezTo>
                  <a:pt x="1412376" y="5590407"/>
                  <a:pt x="1484312" y="5483146"/>
                  <a:pt x="1587719" y="5432406"/>
                </a:cubicBezTo>
                <a:cubicBezTo>
                  <a:pt x="1487523" y="5381665"/>
                  <a:pt x="1418157" y="5277616"/>
                  <a:pt x="1418157" y="5156867"/>
                </a:cubicBezTo>
                <a:cubicBezTo>
                  <a:pt x="1418157" y="5023273"/>
                  <a:pt x="1503580" y="4909589"/>
                  <a:pt x="1622402" y="4866556"/>
                </a:cubicBezTo>
                <a:cubicBezTo>
                  <a:pt x="1515783" y="4824808"/>
                  <a:pt x="1439994" y="4721401"/>
                  <a:pt x="1439994" y="4600009"/>
                </a:cubicBezTo>
                <a:cubicBezTo>
                  <a:pt x="1439994" y="4442008"/>
                  <a:pt x="1568451" y="4313552"/>
                  <a:pt x="1726452" y="4313552"/>
                </a:cubicBezTo>
                <a:cubicBezTo>
                  <a:pt x="1818298" y="4313552"/>
                  <a:pt x="1899868" y="4357227"/>
                  <a:pt x="1952535" y="4424666"/>
                </a:cubicBezTo>
                <a:cubicBezTo>
                  <a:pt x="1978227" y="4376496"/>
                  <a:pt x="2013553" y="4334747"/>
                  <a:pt x="2056584" y="4301991"/>
                </a:cubicBezTo>
                <a:cubicBezTo>
                  <a:pt x="2011624" y="4262812"/>
                  <a:pt x="1976943" y="4211429"/>
                  <a:pt x="1957032" y="4152981"/>
                </a:cubicBezTo>
                <a:cubicBezTo>
                  <a:pt x="1915925" y="4239048"/>
                  <a:pt x="1828575" y="4298780"/>
                  <a:pt x="1726452" y="4298780"/>
                </a:cubicBezTo>
                <a:cubicBezTo>
                  <a:pt x="1585150" y="4298780"/>
                  <a:pt x="1470824" y="4184454"/>
                  <a:pt x="1470824" y="4043152"/>
                </a:cubicBezTo>
                <a:cubicBezTo>
                  <a:pt x="1470824" y="3901850"/>
                  <a:pt x="1585150" y="3787524"/>
                  <a:pt x="1726452" y="3787524"/>
                </a:cubicBezTo>
                <a:cubicBezTo>
                  <a:pt x="1827932" y="3787524"/>
                  <a:pt x="1915925" y="3847256"/>
                  <a:pt x="1957032" y="3933321"/>
                </a:cubicBezTo>
                <a:cubicBezTo>
                  <a:pt x="1984649" y="3851110"/>
                  <a:pt x="2042454" y="3782385"/>
                  <a:pt x="2116959" y="3741280"/>
                </a:cubicBezTo>
                <a:cubicBezTo>
                  <a:pt x="2033462" y="3686686"/>
                  <a:pt x="1978227" y="3592912"/>
                  <a:pt x="1978227" y="3485652"/>
                </a:cubicBezTo>
                <a:cubicBezTo>
                  <a:pt x="1978227" y="3316732"/>
                  <a:pt x="2115033" y="3180568"/>
                  <a:pt x="2283309" y="3180568"/>
                </a:cubicBezTo>
                <a:cubicBezTo>
                  <a:pt x="2377083" y="3180568"/>
                  <a:pt x="2460579" y="3222959"/>
                  <a:pt x="2516458" y="3289114"/>
                </a:cubicBezTo>
                <a:cubicBezTo>
                  <a:pt x="2543434" y="3244154"/>
                  <a:pt x="2580044" y="3205617"/>
                  <a:pt x="2622434" y="3177999"/>
                </a:cubicBezTo>
                <a:cubicBezTo>
                  <a:pt x="2572980" y="3134324"/>
                  <a:pt x="2536370" y="3075876"/>
                  <a:pt x="2520311" y="3009721"/>
                </a:cubicBezTo>
                <a:cubicBezTo>
                  <a:pt x="2487557" y="3108633"/>
                  <a:pt x="2393783" y="3180568"/>
                  <a:pt x="2283309" y="3180568"/>
                </a:cubicBezTo>
                <a:cubicBezTo>
                  <a:pt x="2144577" y="3180568"/>
                  <a:pt x="2032820" y="3068168"/>
                  <a:pt x="2032820" y="2930079"/>
                </a:cubicBezTo>
                <a:cubicBezTo>
                  <a:pt x="2032820" y="2791346"/>
                  <a:pt x="2145219" y="2679589"/>
                  <a:pt x="2283309" y="2679589"/>
                </a:cubicBezTo>
                <a:cubicBezTo>
                  <a:pt x="2393783" y="2679589"/>
                  <a:pt x="2486912" y="2750882"/>
                  <a:pt x="2520311" y="2850436"/>
                </a:cubicBezTo>
                <a:cubicBezTo>
                  <a:pt x="2547288" y="2741248"/>
                  <a:pt x="2627573" y="2653898"/>
                  <a:pt x="2732265" y="2617930"/>
                </a:cubicBezTo>
                <a:cubicBezTo>
                  <a:pt x="2637849" y="2576182"/>
                  <a:pt x="2571694" y="2481766"/>
                  <a:pt x="2571694" y="2371936"/>
                </a:cubicBezTo>
                <a:cubicBezTo>
                  <a:pt x="2571694" y="2223569"/>
                  <a:pt x="2691801" y="2103463"/>
                  <a:pt x="2840168" y="2103463"/>
                </a:cubicBezTo>
                <a:cubicBezTo>
                  <a:pt x="2949356" y="2103463"/>
                  <a:pt x="3042487" y="2168332"/>
                  <a:pt x="3084876" y="2261464"/>
                </a:cubicBezTo>
                <a:cubicBezTo>
                  <a:pt x="3120202" y="2161910"/>
                  <a:pt x="3201772" y="2084194"/>
                  <a:pt x="3303897" y="2054007"/>
                </a:cubicBezTo>
                <a:cubicBezTo>
                  <a:pt x="3208195" y="2016755"/>
                  <a:pt x="3140113" y="1924266"/>
                  <a:pt x="3140113" y="1815078"/>
                </a:cubicBezTo>
                <a:cubicBezTo>
                  <a:pt x="3140113" y="1673134"/>
                  <a:pt x="3255082" y="1558166"/>
                  <a:pt x="3397026" y="1558166"/>
                </a:cubicBezTo>
                <a:cubicBezTo>
                  <a:pt x="3517775" y="1558166"/>
                  <a:pt x="3619255" y="1642305"/>
                  <a:pt x="3646231" y="1754704"/>
                </a:cubicBezTo>
                <a:cubicBezTo>
                  <a:pt x="3674490" y="1610191"/>
                  <a:pt x="3801664" y="1501646"/>
                  <a:pt x="3953882" y="1501646"/>
                </a:cubicBezTo>
                <a:cubicBezTo>
                  <a:pt x="4057291" y="1501646"/>
                  <a:pt x="4149138" y="1551743"/>
                  <a:pt x="4206301" y="1628817"/>
                </a:cubicBezTo>
                <a:cubicBezTo>
                  <a:pt x="4244195" y="1566515"/>
                  <a:pt x="4300714" y="1517060"/>
                  <a:pt x="4368154" y="1487515"/>
                </a:cubicBezTo>
                <a:cubicBezTo>
                  <a:pt x="4291724" y="1439344"/>
                  <a:pt x="4240341" y="1354563"/>
                  <a:pt x="4240341" y="1257578"/>
                </a:cubicBezTo>
                <a:cubicBezTo>
                  <a:pt x="4240341" y="1108569"/>
                  <a:pt x="4361090" y="987177"/>
                  <a:pt x="4510741" y="987177"/>
                </a:cubicBezTo>
                <a:cubicBezTo>
                  <a:pt x="4634702" y="987177"/>
                  <a:pt x="4738750" y="1071317"/>
                  <a:pt x="4770864" y="1185001"/>
                </a:cubicBezTo>
                <a:cubicBezTo>
                  <a:pt x="4803622" y="1051406"/>
                  <a:pt x="4924371" y="952495"/>
                  <a:pt x="5067599" y="952495"/>
                </a:cubicBezTo>
                <a:cubicBezTo>
                  <a:pt x="5181924" y="952495"/>
                  <a:pt x="5280836" y="1015438"/>
                  <a:pt x="5333505" y="1107927"/>
                </a:cubicBezTo>
                <a:cubicBezTo>
                  <a:pt x="5388098" y="1002593"/>
                  <a:pt x="5497927" y="930657"/>
                  <a:pt x="5624456" y="930657"/>
                </a:cubicBezTo>
                <a:cubicBezTo>
                  <a:pt x="5738140" y="930657"/>
                  <a:pt x="5838978" y="989105"/>
                  <a:pt x="5897426" y="1077739"/>
                </a:cubicBezTo>
                <a:cubicBezTo>
                  <a:pt x="5944954" y="1003235"/>
                  <a:pt x="6020744" y="948641"/>
                  <a:pt x="6109379" y="929373"/>
                </a:cubicBezTo>
                <a:cubicBezTo>
                  <a:pt x="6012394" y="898543"/>
                  <a:pt x="5942386" y="807981"/>
                  <a:pt x="5942386" y="700721"/>
                </a:cubicBezTo>
                <a:cubicBezTo>
                  <a:pt x="5942386" y="568411"/>
                  <a:pt x="6049646" y="461149"/>
                  <a:pt x="6181956" y="461149"/>
                </a:cubicBezTo>
                <a:close/>
                <a:moveTo>
                  <a:pt x="2840168" y="113689"/>
                </a:moveTo>
                <a:cubicBezTo>
                  <a:pt x="2856867" y="113689"/>
                  <a:pt x="2869713" y="127176"/>
                  <a:pt x="2869713" y="143233"/>
                </a:cubicBezTo>
                <a:lnTo>
                  <a:pt x="2869581" y="143551"/>
                </a:lnTo>
                <a:lnTo>
                  <a:pt x="2869713" y="143871"/>
                </a:lnTo>
                <a:cubicBezTo>
                  <a:pt x="2869713" y="159928"/>
                  <a:pt x="2856867" y="173415"/>
                  <a:pt x="2840168" y="173415"/>
                </a:cubicBezTo>
                <a:cubicBezTo>
                  <a:pt x="2824110" y="173415"/>
                  <a:pt x="2810622" y="159928"/>
                  <a:pt x="2810622" y="143871"/>
                </a:cubicBezTo>
                <a:lnTo>
                  <a:pt x="2810753" y="143551"/>
                </a:lnTo>
                <a:lnTo>
                  <a:pt x="2810622" y="143233"/>
                </a:lnTo>
                <a:cubicBezTo>
                  <a:pt x="2810622" y="127176"/>
                  <a:pt x="2824110" y="113689"/>
                  <a:pt x="2840168" y="113689"/>
                </a:cubicBezTo>
                <a:close/>
                <a:moveTo>
                  <a:pt x="3397667" y="93779"/>
                </a:moveTo>
                <a:cubicBezTo>
                  <a:pt x="3425285" y="93779"/>
                  <a:pt x="3447123" y="116257"/>
                  <a:pt x="3447123" y="143233"/>
                </a:cubicBezTo>
                <a:lnTo>
                  <a:pt x="3446990" y="143553"/>
                </a:lnTo>
                <a:lnTo>
                  <a:pt x="3447123" y="143871"/>
                </a:lnTo>
                <a:cubicBezTo>
                  <a:pt x="3447123" y="170847"/>
                  <a:pt x="3425285" y="193326"/>
                  <a:pt x="3397667" y="193326"/>
                </a:cubicBezTo>
                <a:cubicBezTo>
                  <a:pt x="3370050" y="193326"/>
                  <a:pt x="3348213" y="170847"/>
                  <a:pt x="3348213" y="143871"/>
                </a:cubicBezTo>
                <a:lnTo>
                  <a:pt x="3348344" y="143553"/>
                </a:lnTo>
                <a:lnTo>
                  <a:pt x="3348213" y="143233"/>
                </a:lnTo>
                <a:cubicBezTo>
                  <a:pt x="3348213" y="116257"/>
                  <a:pt x="3370050" y="93779"/>
                  <a:pt x="3397667" y="93779"/>
                </a:cubicBezTo>
                <a:close/>
                <a:moveTo>
                  <a:pt x="3954524" y="71299"/>
                </a:moveTo>
                <a:cubicBezTo>
                  <a:pt x="3994346" y="71299"/>
                  <a:pt x="4026460" y="103413"/>
                  <a:pt x="4026460" y="143235"/>
                </a:cubicBezTo>
                <a:lnTo>
                  <a:pt x="4026397" y="143553"/>
                </a:lnTo>
                <a:lnTo>
                  <a:pt x="4026460" y="143871"/>
                </a:lnTo>
                <a:cubicBezTo>
                  <a:pt x="4026460" y="183692"/>
                  <a:pt x="3994346" y="215806"/>
                  <a:pt x="3954524" y="215806"/>
                </a:cubicBezTo>
                <a:cubicBezTo>
                  <a:pt x="3914703" y="215806"/>
                  <a:pt x="3881946" y="183692"/>
                  <a:pt x="3882590" y="143871"/>
                </a:cubicBezTo>
                <a:lnTo>
                  <a:pt x="3882654" y="143553"/>
                </a:lnTo>
                <a:lnTo>
                  <a:pt x="3882590" y="143235"/>
                </a:lnTo>
                <a:cubicBezTo>
                  <a:pt x="3881946" y="103413"/>
                  <a:pt x="3914703" y="71299"/>
                  <a:pt x="3954524" y="71299"/>
                </a:cubicBezTo>
                <a:close/>
                <a:moveTo>
                  <a:pt x="4511383" y="47529"/>
                </a:moveTo>
                <a:cubicBezTo>
                  <a:pt x="4564694" y="47529"/>
                  <a:pt x="4607725" y="90562"/>
                  <a:pt x="4607725" y="143871"/>
                </a:cubicBezTo>
                <a:lnTo>
                  <a:pt x="4607725" y="143873"/>
                </a:lnTo>
                <a:lnTo>
                  <a:pt x="4607725" y="143877"/>
                </a:lnTo>
                <a:cubicBezTo>
                  <a:pt x="4607725" y="197187"/>
                  <a:pt x="4564694" y="240219"/>
                  <a:pt x="4511383" y="240219"/>
                </a:cubicBezTo>
                <a:cubicBezTo>
                  <a:pt x="4458074" y="240219"/>
                  <a:pt x="4415041" y="197187"/>
                  <a:pt x="4415041" y="143877"/>
                </a:cubicBezTo>
                <a:lnTo>
                  <a:pt x="4415042" y="143873"/>
                </a:lnTo>
                <a:lnTo>
                  <a:pt x="4415041" y="143871"/>
                </a:lnTo>
                <a:cubicBezTo>
                  <a:pt x="4415041" y="90562"/>
                  <a:pt x="4458074" y="47529"/>
                  <a:pt x="4511383" y="47529"/>
                </a:cubicBezTo>
                <a:close/>
                <a:moveTo>
                  <a:pt x="5068241" y="26334"/>
                </a:moveTo>
                <a:cubicBezTo>
                  <a:pt x="5133111" y="26334"/>
                  <a:pt x="5185778" y="79001"/>
                  <a:pt x="5185778" y="143871"/>
                </a:cubicBezTo>
                <a:lnTo>
                  <a:pt x="5185778" y="143874"/>
                </a:lnTo>
                <a:lnTo>
                  <a:pt x="5185778" y="143877"/>
                </a:lnTo>
                <a:cubicBezTo>
                  <a:pt x="5185778" y="208748"/>
                  <a:pt x="5133111" y="261414"/>
                  <a:pt x="5068241" y="261414"/>
                </a:cubicBezTo>
                <a:cubicBezTo>
                  <a:pt x="5003370" y="261414"/>
                  <a:pt x="4950704" y="208748"/>
                  <a:pt x="4950704" y="143877"/>
                </a:cubicBezTo>
                <a:lnTo>
                  <a:pt x="4950705" y="143874"/>
                </a:lnTo>
                <a:lnTo>
                  <a:pt x="4950704" y="143871"/>
                </a:lnTo>
                <a:lnTo>
                  <a:pt x="4950925" y="142777"/>
                </a:lnTo>
                <a:lnTo>
                  <a:pt x="4959946" y="97875"/>
                </a:lnTo>
                <a:cubicBezTo>
                  <a:pt x="4971848" y="69695"/>
                  <a:pt x="4994389" y="47295"/>
                  <a:pt x="5022508" y="35492"/>
                </a:cubicBezTo>
                <a:lnTo>
                  <a:pt x="5064898" y="27009"/>
                </a:lnTo>
                <a:close/>
                <a:moveTo>
                  <a:pt x="7296313" y="10283"/>
                </a:moveTo>
                <a:cubicBezTo>
                  <a:pt x="7369535" y="10283"/>
                  <a:pt x="7429266" y="70015"/>
                  <a:pt x="7429266" y="143235"/>
                </a:cubicBezTo>
                <a:lnTo>
                  <a:pt x="7429201" y="143553"/>
                </a:lnTo>
                <a:lnTo>
                  <a:pt x="7429266" y="143871"/>
                </a:lnTo>
                <a:cubicBezTo>
                  <a:pt x="7429266" y="217091"/>
                  <a:pt x="7369535" y="276822"/>
                  <a:pt x="7296313" y="276822"/>
                </a:cubicBezTo>
                <a:cubicBezTo>
                  <a:pt x="7223093" y="276822"/>
                  <a:pt x="7163362" y="217091"/>
                  <a:pt x="7163362" y="143871"/>
                </a:cubicBezTo>
                <a:lnTo>
                  <a:pt x="7163425" y="143553"/>
                </a:lnTo>
                <a:lnTo>
                  <a:pt x="7163362" y="143235"/>
                </a:lnTo>
                <a:cubicBezTo>
                  <a:pt x="7163362" y="70015"/>
                  <a:pt x="7223093" y="10283"/>
                  <a:pt x="7296313" y="10283"/>
                </a:cubicBezTo>
                <a:close/>
                <a:moveTo>
                  <a:pt x="5625740" y="10283"/>
                </a:moveTo>
                <a:cubicBezTo>
                  <a:pt x="5699603" y="10283"/>
                  <a:pt x="5758691" y="70015"/>
                  <a:pt x="5758691" y="143234"/>
                </a:cubicBezTo>
                <a:lnTo>
                  <a:pt x="5758627" y="143553"/>
                </a:lnTo>
                <a:lnTo>
                  <a:pt x="5758691" y="143871"/>
                </a:lnTo>
                <a:cubicBezTo>
                  <a:pt x="5758691" y="217091"/>
                  <a:pt x="5699603" y="276822"/>
                  <a:pt x="5625740" y="276822"/>
                </a:cubicBezTo>
                <a:cubicBezTo>
                  <a:pt x="5551877" y="276822"/>
                  <a:pt x="5492145" y="217091"/>
                  <a:pt x="5492788" y="143871"/>
                </a:cubicBezTo>
                <a:lnTo>
                  <a:pt x="5492852" y="143553"/>
                </a:lnTo>
                <a:lnTo>
                  <a:pt x="5492788" y="143234"/>
                </a:lnTo>
                <a:cubicBezTo>
                  <a:pt x="5492145" y="70015"/>
                  <a:pt x="5551877" y="10283"/>
                  <a:pt x="5625740" y="10283"/>
                </a:cubicBezTo>
                <a:close/>
                <a:moveTo>
                  <a:pt x="6182597" y="1"/>
                </a:moveTo>
                <a:cubicBezTo>
                  <a:pt x="6261599" y="1"/>
                  <a:pt x="6325827" y="64228"/>
                  <a:pt x="6325827" y="143228"/>
                </a:cubicBezTo>
                <a:lnTo>
                  <a:pt x="6325761" y="143553"/>
                </a:lnTo>
                <a:lnTo>
                  <a:pt x="6325827" y="143876"/>
                </a:lnTo>
                <a:cubicBezTo>
                  <a:pt x="6325827" y="222877"/>
                  <a:pt x="6261599" y="287105"/>
                  <a:pt x="6182597" y="287105"/>
                </a:cubicBezTo>
                <a:cubicBezTo>
                  <a:pt x="6103598" y="287105"/>
                  <a:pt x="6039369" y="222877"/>
                  <a:pt x="6039369" y="143876"/>
                </a:cubicBezTo>
                <a:lnTo>
                  <a:pt x="6039435" y="143554"/>
                </a:lnTo>
                <a:lnTo>
                  <a:pt x="6039369" y="143228"/>
                </a:lnTo>
                <a:cubicBezTo>
                  <a:pt x="6039369" y="64228"/>
                  <a:pt x="6103598" y="1"/>
                  <a:pt x="6182597" y="1"/>
                </a:cubicBezTo>
                <a:close/>
                <a:moveTo>
                  <a:pt x="6739456" y="0"/>
                </a:moveTo>
                <a:cubicBezTo>
                  <a:pt x="6818456" y="0"/>
                  <a:pt x="6882684" y="64228"/>
                  <a:pt x="6882684" y="143228"/>
                </a:cubicBezTo>
                <a:lnTo>
                  <a:pt x="6882619" y="143553"/>
                </a:lnTo>
                <a:lnTo>
                  <a:pt x="6882684" y="143877"/>
                </a:lnTo>
                <a:cubicBezTo>
                  <a:pt x="6882684" y="222878"/>
                  <a:pt x="6818456" y="287105"/>
                  <a:pt x="6739456" y="287105"/>
                </a:cubicBezTo>
                <a:cubicBezTo>
                  <a:pt x="6660455" y="287105"/>
                  <a:pt x="6596227" y="222878"/>
                  <a:pt x="6596227" y="143877"/>
                </a:cubicBezTo>
                <a:lnTo>
                  <a:pt x="6596293" y="143554"/>
                </a:lnTo>
                <a:lnTo>
                  <a:pt x="6596227" y="143228"/>
                </a:lnTo>
                <a:cubicBezTo>
                  <a:pt x="6596227" y="64228"/>
                  <a:pt x="6660455" y="0"/>
                  <a:pt x="6739456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0E17887-E4A4-6BA7-8524-7118864525F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0934700" y="6203950"/>
            <a:ext cx="897300" cy="365125"/>
          </a:xfrm>
        </p:spPr>
        <p:txBody>
          <a:bodyPr/>
          <a:lstStyle/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BB49A15-B275-43D0-A0CB-A5A482CA9D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775" y="435711"/>
            <a:ext cx="1732000" cy="4081575"/>
          </a:xfrm>
        </p:spPr>
        <p:txBody>
          <a:bodyPr/>
          <a:lstStyle>
            <a:lvl1pPr marL="0" indent="0" defTabSz="1701800">
              <a:buFont typeface="Arial" panose="020B0604020202020204" pitchFamily="34" charset="0"/>
              <a:buNone/>
              <a:defRPr sz="1200">
                <a:latin typeface="Arial Black" panose="020B0A0402010202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00">
                <a:latin typeface="+mj-lt"/>
              </a:defRPr>
            </a:lvl2pPr>
            <a:lvl3pPr marL="0" indent="0">
              <a:buFont typeface="Arial" panose="020B0604020202020204" pitchFamily="34" charset="0"/>
              <a:buNone/>
              <a:defRPr sz="1000">
                <a:latin typeface="+mj-lt"/>
              </a:defRPr>
            </a:lvl3pPr>
            <a:lvl4pPr marL="0" indent="0">
              <a:buFont typeface="Arial" panose="020B0604020202020204" pitchFamily="34" charset="0"/>
              <a:buNone/>
              <a:defRPr sz="1000">
                <a:latin typeface="+mj-lt"/>
              </a:defRPr>
            </a:lvl4pPr>
            <a:lvl5pPr marL="0" indent="0">
              <a:buFont typeface="Arial" panose="020B0604020202020204" pitchFamily="34" charset="0"/>
              <a:buNone/>
              <a:defRPr sz="1000">
                <a:latin typeface="+mj-lt"/>
              </a:defRPr>
            </a:lvl5pPr>
          </a:lstStyle>
          <a:p>
            <a:pPr lvl="0"/>
            <a:r>
              <a:rPr lang="en-US"/>
              <a:t>Add supporting caption for image</a:t>
            </a:r>
          </a:p>
        </p:txBody>
      </p:sp>
      <p:cxnSp>
        <p:nvCxnSpPr>
          <p:cNvPr id="9" name="Straight Connector">
            <a:extLst>
              <a:ext uri="{FF2B5EF4-FFF2-40B4-BE49-F238E27FC236}">
                <a16:creationId xmlns:a16="http://schemas.microsoft.com/office/drawing/2014/main" id="{4D935805-535E-4340-8431-1F68CB21AE9D}"/>
              </a:ext>
            </a:extLst>
          </p:cNvPr>
          <p:cNvCxnSpPr>
            <a:cxnSpLocks/>
          </p:cNvCxnSpPr>
          <p:nvPr userDrawn="1"/>
        </p:nvCxnSpPr>
        <p:spPr>
          <a:xfrm>
            <a:off x="358775" y="269875"/>
            <a:ext cx="173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630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1323" userDrawn="1">
          <p15:clr>
            <a:srgbClr val="FF96FF"/>
          </p15:clr>
        </p15:guide>
        <p15:guide id="7" pos="1453" userDrawn="1">
          <p15:clr>
            <a:srgbClr val="FF96FF"/>
          </p15:clr>
        </p15:guide>
        <p15:guide id="8" pos="2547" userDrawn="1">
          <p15:clr>
            <a:srgbClr val="FF96FF"/>
          </p15:clr>
        </p15:guide>
        <p15:guide id="9" pos="2680" userDrawn="1">
          <p15:clr>
            <a:srgbClr val="FF96FF"/>
          </p15:clr>
        </p15:guide>
        <p15:guide id="10" pos="3795" userDrawn="1">
          <p15:clr>
            <a:srgbClr val="FF96FF"/>
          </p15:clr>
        </p15:guide>
        <p15:guide id="11" pos="3908" userDrawn="1">
          <p15:clr>
            <a:srgbClr val="FF96FF"/>
          </p15:clr>
        </p15:guide>
        <p15:guide id="12" pos="4999" userDrawn="1">
          <p15:clr>
            <a:srgbClr val="FF96FF"/>
          </p15:clr>
        </p15:guide>
        <p15:guide id="13" pos="5135" userDrawn="1">
          <p15:clr>
            <a:srgbClr val="FF96FF"/>
          </p15:clr>
        </p15:guide>
        <p15:guide id="14" pos="6226" userDrawn="1">
          <p15:clr>
            <a:srgbClr val="FF96FF"/>
          </p15:clr>
        </p15:guide>
        <p15:guide id="15" pos="6362" userDrawn="1">
          <p15:clr>
            <a:srgbClr val="FF96FF"/>
          </p15:clr>
        </p15:guide>
        <p15:guide id="16" pos="7453" userDrawn="1">
          <p15:clr>
            <a:srgbClr val="FF96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ated Photo with Right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icture Placeholder">
            <a:extLst>
              <a:ext uri="{FF2B5EF4-FFF2-40B4-BE49-F238E27FC236}">
                <a16:creationId xmlns:a16="http://schemas.microsoft.com/office/drawing/2014/main" id="{18CA7500-4ECF-435C-8AC6-9903366BED9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-1" y="1"/>
            <a:ext cx="10560573" cy="6322049"/>
          </a:xfrm>
          <a:custGeom>
            <a:avLst/>
            <a:gdLst>
              <a:gd name="connsiteX0" fmla="*/ 7063184 w 9901550"/>
              <a:gd name="connsiteY0" fmla="*/ 5754862 h 5927527"/>
              <a:gd name="connsiteX1" fmla="*/ 7092710 w 9901550"/>
              <a:gd name="connsiteY1" fmla="*/ 5784388 h 5927527"/>
              <a:gd name="connsiteX2" fmla="*/ 7092578 w 9901550"/>
              <a:gd name="connsiteY2" fmla="*/ 5784710 h 5927527"/>
              <a:gd name="connsiteX3" fmla="*/ 7092710 w 9901550"/>
              <a:gd name="connsiteY3" fmla="*/ 5785031 h 5927527"/>
              <a:gd name="connsiteX4" fmla="*/ 7063184 w 9901550"/>
              <a:gd name="connsiteY4" fmla="*/ 5814557 h 5927527"/>
              <a:gd name="connsiteX5" fmla="*/ 7033658 w 9901550"/>
              <a:gd name="connsiteY5" fmla="*/ 5785031 h 5927527"/>
              <a:gd name="connsiteX6" fmla="*/ 7033792 w 9901550"/>
              <a:gd name="connsiteY6" fmla="*/ 5784710 h 5927527"/>
              <a:gd name="connsiteX7" fmla="*/ 7033658 w 9901550"/>
              <a:gd name="connsiteY7" fmla="*/ 5784388 h 5927527"/>
              <a:gd name="connsiteX8" fmla="*/ 7063184 w 9901550"/>
              <a:gd name="connsiteY8" fmla="*/ 5754862 h 5927527"/>
              <a:gd name="connsiteX9" fmla="*/ 6506679 w 9901550"/>
              <a:gd name="connsiteY9" fmla="*/ 5734964 h 5927527"/>
              <a:gd name="connsiteX10" fmla="*/ 6556104 w 9901550"/>
              <a:gd name="connsiteY10" fmla="*/ 5784388 h 5927527"/>
              <a:gd name="connsiteX11" fmla="*/ 6541742 w 9901550"/>
              <a:gd name="connsiteY11" fmla="*/ 5819210 h 5927527"/>
              <a:gd name="connsiteX12" fmla="*/ 6541546 w 9901550"/>
              <a:gd name="connsiteY12" fmla="*/ 5819344 h 5927527"/>
              <a:gd name="connsiteX13" fmla="*/ 6541501 w 9901550"/>
              <a:gd name="connsiteY13" fmla="*/ 5819451 h 5927527"/>
              <a:gd name="connsiteX14" fmla="*/ 6534410 w 9901550"/>
              <a:gd name="connsiteY14" fmla="*/ 5824195 h 5927527"/>
              <a:gd name="connsiteX15" fmla="*/ 6526046 w 9901550"/>
              <a:gd name="connsiteY15" fmla="*/ 5829882 h 5927527"/>
              <a:gd name="connsiteX16" fmla="*/ 6525851 w 9901550"/>
              <a:gd name="connsiteY16" fmla="*/ 5829921 h 5927527"/>
              <a:gd name="connsiteX17" fmla="*/ 6525775 w 9901550"/>
              <a:gd name="connsiteY17" fmla="*/ 5829972 h 5927527"/>
              <a:gd name="connsiteX18" fmla="*/ 6506679 w 9901550"/>
              <a:gd name="connsiteY18" fmla="*/ 5833813 h 5927527"/>
              <a:gd name="connsiteX19" fmla="*/ 6487583 w 9901550"/>
              <a:gd name="connsiteY19" fmla="*/ 5829972 h 5927527"/>
              <a:gd name="connsiteX20" fmla="*/ 6487508 w 9901550"/>
              <a:gd name="connsiteY20" fmla="*/ 5829921 h 5927527"/>
              <a:gd name="connsiteX21" fmla="*/ 6487312 w 9901550"/>
              <a:gd name="connsiteY21" fmla="*/ 5829882 h 5927527"/>
              <a:gd name="connsiteX22" fmla="*/ 6478943 w 9901550"/>
              <a:gd name="connsiteY22" fmla="*/ 5824192 h 5927527"/>
              <a:gd name="connsiteX23" fmla="*/ 6471858 w 9901550"/>
              <a:gd name="connsiteY23" fmla="*/ 5819451 h 5927527"/>
              <a:gd name="connsiteX24" fmla="*/ 6471813 w 9901550"/>
              <a:gd name="connsiteY24" fmla="*/ 5819344 h 5927527"/>
              <a:gd name="connsiteX25" fmla="*/ 6471617 w 9901550"/>
              <a:gd name="connsiteY25" fmla="*/ 5819210 h 5927527"/>
              <a:gd name="connsiteX26" fmla="*/ 6457255 w 9901550"/>
              <a:gd name="connsiteY26" fmla="*/ 5784388 h 5927527"/>
              <a:gd name="connsiteX27" fmla="*/ 6471617 w 9901550"/>
              <a:gd name="connsiteY27" fmla="*/ 5749567 h 5927527"/>
              <a:gd name="connsiteX28" fmla="*/ 6471813 w 9901550"/>
              <a:gd name="connsiteY28" fmla="*/ 5749434 h 5927527"/>
              <a:gd name="connsiteX29" fmla="*/ 6471858 w 9901550"/>
              <a:gd name="connsiteY29" fmla="*/ 5749326 h 5927527"/>
              <a:gd name="connsiteX30" fmla="*/ 6478944 w 9901550"/>
              <a:gd name="connsiteY30" fmla="*/ 5744586 h 5927527"/>
              <a:gd name="connsiteX31" fmla="*/ 6487312 w 9901550"/>
              <a:gd name="connsiteY31" fmla="*/ 5738896 h 5927527"/>
              <a:gd name="connsiteX32" fmla="*/ 6487508 w 9901550"/>
              <a:gd name="connsiteY32" fmla="*/ 5738856 h 5927527"/>
              <a:gd name="connsiteX33" fmla="*/ 6487583 w 9901550"/>
              <a:gd name="connsiteY33" fmla="*/ 5738806 h 5927527"/>
              <a:gd name="connsiteX34" fmla="*/ 6506679 w 9901550"/>
              <a:gd name="connsiteY34" fmla="*/ 5734964 h 5927527"/>
              <a:gd name="connsiteX35" fmla="*/ 5949532 w 9901550"/>
              <a:gd name="connsiteY35" fmla="*/ 5712499 h 5927527"/>
              <a:gd name="connsiteX36" fmla="*/ 6021422 w 9901550"/>
              <a:gd name="connsiteY36" fmla="*/ 5784389 h 5927527"/>
              <a:gd name="connsiteX37" fmla="*/ 6021357 w 9901550"/>
              <a:gd name="connsiteY37" fmla="*/ 5784710 h 5927527"/>
              <a:gd name="connsiteX38" fmla="*/ 6021422 w 9901550"/>
              <a:gd name="connsiteY38" fmla="*/ 5785031 h 5927527"/>
              <a:gd name="connsiteX39" fmla="*/ 5949532 w 9901550"/>
              <a:gd name="connsiteY39" fmla="*/ 5856921 h 5927527"/>
              <a:gd name="connsiteX40" fmla="*/ 5877643 w 9901550"/>
              <a:gd name="connsiteY40" fmla="*/ 5785031 h 5927527"/>
              <a:gd name="connsiteX41" fmla="*/ 5877706 w 9901550"/>
              <a:gd name="connsiteY41" fmla="*/ 5784710 h 5927527"/>
              <a:gd name="connsiteX42" fmla="*/ 5877643 w 9901550"/>
              <a:gd name="connsiteY42" fmla="*/ 5784389 h 5927527"/>
              <a:gd name="connsiteX43" fmla="*/ 5949532 w 9901550"/>
              <a:gd name="connsiteY43" fmla="*/ 5712499 h 5927527"/>
              <a:gd name="connsiteX44" fmla="*/ 5393027 w 9901550"/>
              <a:gd name="connsiteY44" fmla="*/ 5688107 h 5927527"/>
              <a:gd name="connsiteX45" fmla="*/ 5489308 w 9901550"/>
              <a:gd name="connsiteY45" fmla="*/ 5784388 h 5927527"/>
              <a:gd name="connsiteX46" fmla="*/ 5393027 w 9901550"/>
              <a:gd name="connsiteY46" fmla="*/ 5880669 h 5927527"/>
              <a:gd name="connsiteX47" fmla="*/ 5296746 w 9901550"/>
              <a:gd name="connsiteY47" fmla="*/ 5784388 h 5927527"/>
              <a:gd name="connsiteX48" fmla="*/ 5393027 w 9901550"/>
              <a:gd name="connsiteY48" fmla="*/ 5688107 h 5927527"/>
              <a:gd name="connsiteX49" fmla="*/ 4836522 w 9901550"/>
              <a:gd name="connsiteY49" fmla="*/ 5666926 h 5927527"/>
              <a:gd name="connsiteX50" fmla="*/ 4953985 w 9901550"/>
              <a:gd name="connsiteY50" fmla="*/ 5784389 h 5927527"/>
              <a:gd name="connsiteX51" fmla="*/ 4836522 w 9901550"/>
              <a:gd name="connsiteY51" fmla="*/ 5901852 h 5927527"/>
              <a:gd name="connsiteX52" fmla="*/ 4719059 w 9901550"/>
              <a:gd name="connsiteY52" fmla="*/ 5784389 h 5927527"/>
              <a:gd name="connsiteX53" fmla="*/ 4836522 w 9901550"/>
              <a:gd name="connsiteY53" fmla="*/ 5666926 h 5927527"/>
              <a:gd name="connsiteX54" fmla="*/ 4280017 w 9901550"/>
              <a:gd name="connsiteY54" fmla="*/ 5651521 h 5927527"/>
              <a:gd name="connsiteX55" fmla="*/ 4412885 w 9901550"/>
              <a:gd name="connsiteY55" fmla="*/ 5784389 h 5927527"/>
              <a:gd name="connsiteX56" fmla="*/ 4412821 w 9901550"/>
              <a:gd name="connsiteY56" fmla="*/ 5784710 h 5927527"/>
              <a:gd name="connsiteX57" fmla="*/ 4412885 w 9901550"/>
              <a:gd name="connsiteY57" fmla="*/ 5785031 h 5927527"/>
              <a:gd name="connsiteX58" fmla="*/ 4280017 w 9901550"/>
              <a:gd name="connsiteY58" fmla="*/ 5917899 h 5927527"/>
              <a:gd name="connsiteX59" fmla="*/ 4147172 w 9901550"/>
              <a:gd name="connsiteY59" fmla="*/ 5785031 h 5927527"/>
              <a:gd name="connsiteX60" fmla="*/ 4147232 w 9901550"/>
              <a:gd name="connsiteY60" fmla="*/ 5784737 h 5927527"/>
              <a:gd name="connsiteX61" fmla="*/ 4147162 w 9901550"/>
              <a:gd name="connsiteY61" fmla="*/ 5784389 h 5927527"/>
              <a:gd name="connsiteX62" fmla="*/ 4280017 w 9901550"/>
              <a:gd name="connsiteY62" fmla="*/ 5651521 h 5927527"/>
              <a:gd name="connsiteX63" fmla="*/ 2609875 w 9901550"/>
              <a:gd name="connsiteY63" fmla="*/ 5651521 h 5927527"/>
              <a:gd name="connsiteX64" fmla="*/ 2742743 w 9901550"/>
              <a:gd name="connsiteY64" fmla="*/ 5784389 h 5927527"/>
              <a:gd name="connsiteX65" fmla="*/ 2742685 w 9901550"/>
              <a:gd name="connsiteY65" fmla="*/ 5784681 h 5927527"/>
              <a:gd name="connsiteX66" fmla="*/ 2742755 w 9901550"/>
              <a:gd name="connsiteY66" fmla="*/ 5785031 h 5927527"/>
              <a:gd name="connsiteX67" fmla="*/ 2609887 w 9901550"/>
              <a:gd name="connsiteY67" fmla="*/ 5917899 h 5927527"/>
              <a:gd name="connsiteX68" fmla="*/ 2477018 w 9901550"/>
              <a:gd name="connsiteY68" fmla="*/ 5785031 h 5927527"/>
              <a:gd name="connsiteX69" fmla="*/ 2477077 w 9901550"/>
              <a:gd name="connsiteY69" fmla="*/ 5784741 h 5927527"/>
              <a:gd name="connsiteX70" fmla="*/ 2477007 w 9901550"/>
              <a:gd name="connsiteY70" fmla="*/ 5784389 h 5927527"/>
              <a:gd name="connsiteX71" fmla="*/ 2609875 w 9901550"/>
              <a:gd name="connsiteY71" fmla="*/ 5651521 h 5927527"/>
              <a:gd name="connsiteX72" fmla="*/ 3722884 w 9901550"/>
              <a:gd name="connsiteY72" fmla="*/ 5641251 h 5927527"/>
              <a:gd name="connsiteX73" fmla="*/ 3722889 w 9901550"/>
              <a:gd name="connsiteY73" fmla="*/ 5641252 h 5927527"/>
              <a:gd name="connsiteX74" fmla="*/ 3722894 w 9901550"/>
              <a:gd name="connsiteY74" fmla="*/ 5641251 h 5927527"/>
              <a:gd name="connsiteX75" fmla="*/ 3866031 w 9901550"/>
              <a:gd name="connsiteY75" fmla="*/ 5784388 h 5927527"/>
              <a:gd name="connsiteX76" fmla="*/ 3722894 w 9901550"/>
              <a:gd name="connsiteY76" fmla="*/ 5927527 h 5927527"/>
              <a:gd name="connsiteX77" fmla="*/ 3722889 w 9901550"/>
              <a:gd name="connsiteY77" fmla="*/ 5927526 h 5927527"/>
              <a:gd name="connsiteX78" fmla="*/ 3722884 w 9901550"/>
              <a:gd name="connsiteY78" fmla="*/ 5927527 h 5927527"/>
              <a:gd name="connsiteX79" fmla="*/ 3579747 w 9901550"/>
              <a:gd name="connsiteY79" fmla="*/ 5784388 h 5927527"/>
              <a:gd name="connsiteX80" fmla="*/ 3722884 w 9901550"/>
              <a:gd name="connsiteY80" fmla="*/ 5641251 h 5927527"/>
              <a:gd name="connsiteX81" fmla="*/ 3166378 w 9901550"/>
              <a:gd name="connsiteY81" fmla="*/ 5641251 h 5927527"/>
              <a:gd name="connsiteX82" fmla="*/ 3166384 w 9901550"/>
              <a:gd name="connsiteY82" fmla="*/ 5641252 h 5927527"/>
              <a:gd name="connsiteX83" fmla="*/ 3166390 w 9901550"/>
              <a:gd name="connsiteY83" fmla="*/ 5641251 h 5927527"/>
              <a:gd name="connsiteX84" fmla="*/ 3309527 w 9901550"/>
              <a:gd name="connsiteY84" fmla="*/ 5784388 h 5927527"/>
              <a:gd name="connsiteX85" fmla="*/ 3166390 w 9901550"/>
              <a:gd name="connsiteY85" fmla="*/ 5927527 h 5927527"/>
              <a:gd name="connsiteX86" fmla="*/ 3166384 w 9901550"/>
              <a:gd name="connsiteY86" fmla="*/ 5927526 h 5927527"/>
              <a:gd name="connsiteX87" fmla="*/ 3166378 w 9901550"/>
              <a:gd name="connsiteY87" fmla="*/ 5927527 h 5927527"/>
              <a:gd name="connsiteX88" fmla="*/ 3023241 w 9901550"/>
              <a:gd name="connsiteY88" fmla="*/ 5784388 h 5927527"/>
              <a:gd name="connsiteX89" fmla="*/ 3166378 w 9901550"/>
              <a:gd name="connsiteY89" fmla="*/ 5641251 h 5927527"/>
              <a:gd name="connsiteX90" fmla="*/ 7619689 w 9901550"/>
              <a:gd name="connsiteY90" fmla="*/ 5190013 h 5927527"/>
              <a:gd name="connsiteX91" fmla="*/ 7657559 w 9901550"/>
              <a:gd name="connsiteY91" fmla="*/ 5227884 h 5927527"/>
              <a:gd name="connsiteX92" fmla="*/ 7619689 w 9901550"/>
              <a:gd name="connsiteY92" fmla="*/ 5265754 h 5927527"/>
              <a:gd name="connsiteX93" fmla="*/ 7593051 w 9901550"/>
              <a:gd name="connsiteY93" fmla="*/ 5254763 h 5927527"/>
              <a:gd name="connsiteX94" fmla="*/ 7592980 w 9901550"/>
              <a:gd name="connsiteY94" fmla="*/ 5254592 h 5927527"/>
              <a:gd name="connsiteX95" fmla="*/ 7592810 w 9901550"/>
              <a:gd name="connsiteY95" fmla="*/ 5254521 h 5927527"/>
              <a:gd name="connsiteX96" fmla="*/ 7581818 w 9901550"/>
              <a:gd name="connsiteY96" fmla="*/ 5227884 h 5927527"/>
              <a:gd name="connsiteX97" fmla="*/ 7592810 w 9901550"/>
              <a:gd name="connsiteY97" fmla="*/ 5201246 h 5927527"/>
              <a:gd name="connsiteX98" fmla="*/ 7592980 w 9901550"/>
              <a:gd name="connsiteY98" fmla="*/ 5201175 h 5927527"/>
              <a:gd name="connsiteX99" fmla="*/ 7593051 w 9901550"/>
              <a:gd name="connsiteY99" fmla="*/ 5201005 h 5927527"/>
              <a:gd name="connsiteX100" fmla="*/ 7619689 w 9901550"/>
              <a:gd name="connsiteY100" fmla="*/ 5190013 h 5927527"/>
              <a:gd name="connsiteX101" fmla="*/ 7063184 w 9901550"/>
              <a:gd name="connsiteY101" fmla="*/ 5162413 h 5927527"/>
              <a:gd name="connsiteX102" fmla="*/ 7128655 w 9901550"/>
              <a:gd name="connsiteY102" fmla="*/ 5227884 h 5927527"/>
              <a:gd name="connsiteX103" fmla="*/ 7063184 w 9901550"/>
              <a:gd name="connsiteY103" fmla="*/ 5293355 h 5927527"/>
              <a:gd name="connsiteX104" fmla="*/ 6997712 w 9901550"/>
              <a:gd name="connsiteY104" fmla="*/ 5227884 h 5927527"/>
              <a:gd name="connsiteX105" fmla="*/ 7063184 w 9901550"/>
              <a:gd name="connsiteY105" fmla="*/ 5162413 h 5927527"/>
              <a:gd name="connsiteX106" fmla="*/ 6506679 w 9901550"/>
              <a:gd name="connsiteY106" fmla="*/ 5129035 h 5927527"/>
              <a:gd name="connsiteX107" fmla="*/ 6605527 w 9901550"/>
              <a:gd name="connsiteY107" fmla="*/ 5227884 h 5927527"/>
              <a:gd name="connsiteX108" fmla="*/ 6506679 w 9901550"/>
              <a:gd name="connsiteY108" fmla="*/ 5326733 h 5927527"/>
              <a:gd name="connsiteX109" fmla="*/ 6407830 w 9901550"/>
              <a:gd name="connsiteY109" fmla="*/ 5227884 h 5927527"/>
              <a:gd name="connsiteX110" fmla="*/ 6506679 w 9901550"/>
              <a:gd name="connsiteY110" fmla="*/ 5129035 h 5927527"/>
              <a:gd name="connsiteX111" fmla="*/ 383206 w 9901550"/>
              <a:gd name="connsiteY111" fmla="*/ 5129035 h 5927527"/>
              <a:gd name="connsiteX112" fmla="*/ 383212 w 9901550"/>
              <a:gd name="connsiteY112" fmla="*/ 5129036 h 5927527"/>
              <a:gd name="connsiteX113" fmla="*/ 383217 w 9901550"/>
              <a:gd name="connsiteY113" fmla="*/ 5129035 h 5927527"/>
              <a:gd name="connsiteX114" fmla="*/ 482065 w 9901550"/>
              <a:gd name="connsiteY114" fmla="*/ 5227884 h 5927527"/>
              <a:gd name="connsiteX115" fmla="*/ 383217 w 9901550"/>
              <a:gd name="connsiteY115" fmla="*/ 5326732 h 5927527"/>
              <a:gd name="connsiteX116" fmla="*/ 383212 w 9901550"/>
              <a:gd name="connsiteY116" fmla="*/ 5326731 h 5927527"/>
              <a:gd name="connsiteX117" fmla="*/ 383206 w 9901550"/>
              <a:gd name="connsiteY117" fmla="*/ 5326732 h 5927527"/>
              <a:gd name="connsiteX118" fmla="*/ 284357 w 9901550"/>
              <a:gd name="connsiteY118" fmla="*/ 5227884 h 5927527"/>
              <a:gd name="connsiteX119" fmla="*/ 383206 w 9901550"/>
              <a:gd name="connsiteY119" fmla="*/ 5129035 h 5927527"/>
              <a:gd name="connsiteX120" fmla="*/ 5949532 w 9901550"/>
              <a:gd name="connsiteY120" fmla="*/ 5087955 h 5927527"/>
              <a:gd name="connsiteX121" fmla="*/ 6089460 w 9901550"/>
              <a:gd name="connsiteY121" fmla="*/ 5227884 h 5927527"/>
              <a:gd name="connsiteX122" fmla="*/ 5949532 w 9901550"/>
              <a:gd name="connsiteY122" fmla="*/ 5367813 h 5927527"/>
              <a:gd name="connsiteX123" fmla="*/ 5809603 w 9901550"/>
              <a:gd name="connsiteY123" fmla="*/ 5227884 h 5927527"/>
              <a:gd name="connsiteX124" fmla="*/ 5949532 w 9901550"/>
              <a:gd name="connsiteY124" fmla="*/ 5087955 h 5927527"/>
              <a:gd name="connsiteX125" fmla="*/ 939711 w 9901550"/>
              <a:gd name="connsiteY125" fmla="*/ 5087955 h 5927527"/>
              <a:gd name="connsiteX126" fmla="*/ 939716 w 9901550"/>
              <a:gd name="connsiteY126" fmla="*/ 5087956 h 5927527"/>
              <a:gd name="connsiteX127" fmla="*/ 939721 w 9901550"/>
              <a:gd name="connsiteY127" fmla="*/ 5087955 h 5927527"/>
              <a:gd name="connsiteX128" fmla="*/ 941664 w 9901550"/>
              <a:gd name="connsiteY128" fmla="*/ 5088350 h 5927527"/>
              <a:gd name="connsiteX129" fmla="*/ 994340 w 9901550"/>
              <a:gd name="connsiteY129" fmla="*/ 5098987 h 5927527"/>
              <a:gd name="connsiteX130" fmla="*/ 1068697 w 9901550"/>
              <a:gd name="connsiteY130" fmla="*/ 5173525 h 5927527"/>
              <a:gd name="connsiteX131" fmla="*/ 1078245 w 9901550"/>
              <a:gd name="connsiteY131" fmla="*/ 5220960 h 5927527"/>
              <a:gd name="connsiteX132" fmla="*/ 1079650 w 9901550"/>
              <a:gd name="connsiteY132" fmla="*/ 5227884 h 5927527"/>
              <a:gd name="connsiteX133" fmla="*/ 939721 w 9901550"/>
              <a:gd name="connsiteY133" fmla="*/ 5367813 h 5927527"/>
              <a:gd name="connsiteX134" fmla="*/ 939716 w 9901550"/>
              <a:gd name="connsiteY134" fmla="*/ 5367812 h 5927527"/>
              <a:gd name="connsiteX135" fmla="*/ 939711 w 9901550"/>
              <a:gd name="connsiteY135" fmla="*/ 5367813 h 5927527"/>
              <a:gd name="connsiteX136" fmla="*/ 799782 w 9901550"/>
              <a:gd name="connsiteY136" fmla="*/ 5227884 h 5927527"/>
              <a:gd name="connsiteX137" fmla="*/ 939711 w 9901550"/>
              <a:gd name="connsiteY137" fmla="*/ 5087955 h 5927527"/>
              <a:gd name="connsiteX138" fmla="*/ 1496217 w 9901550"/>
              <a:gd name="connsiteY138" fmla="*/ 5053294 h 5927527"/>
              <a:gd name="connsiteX139" fmla="*/ 1496222 w 9901550"/>
              <a:gd name="connsiteY139" fmla="*/ 5053295 h 5927527"/>
              <a:gd name="connsiteX140" fmla="*/ 1496229 w 9901550"/>
              <a:gd name="connsiteY140" fmla="*/ 5053294 h 5927527"/>
              <a:gd name="connsiteX141" fmla="*/ 1499202 w 9901550"/>
              <a:gd name="connsiteY141" fmla="*/ 5053896 h 5927527"/>
              <a:gd name="connsiteX142" fmla="*/ 1564386 w 9901550"/>
              <a:gd name="connsiteY142" fmla="*/ 5067034 h 5927527"/>
              <a:gd name="connsiteX143" fmla="*/ 1657157 w 9901550"/>
              <a:gd name="connsiteY143" fmla="*/ 5159985 h 5927527"/>
              <a:gd name="connsiteX144" fmla="*/ 1668969 w 9901550"/>
              <a:gd name="connsiteY144" fmla="*/ 5218743 h 5927527"/>
              <a:gd name="connsiteX145" fmla="*/ 1670819 w 9901550"/>
              <a:gd name="connsiteY145" fmla="*/ 5227883 h 5927527"/>
              <a:gd name="connsiteX146" fmla="*/ 1496229 w 9901550"/>
              <a:gd name="connsiteY146" fmla="*/ 5402473 h 5927527"/>
              <a:gd name="connsiteX147" fmla="*/ 1496222 w 9901550"/>
              <a:gd name="connsiteY147" fmla="*/ 5402472 h 5927527"/>
              <a:gd name="connsiteX148" fmla="*/ 1496217 w 9901550"/>
              <a:gd name="connsiteY148" fmla="*/ 5402473 h 5927527"/>
              <a:gd name="connsiteX149" fmla="*/ 1321626 w 9901550"/>
              <a:gd name="connsiteY149" fmla="*/ 5227883 h 5927527"/>
              <a:gd name="connsiteX150" fmla="*/ 1496217 w 9901550"/>
              <a:gd name="connsiteY150" fmla="*/ 5053294 h 5927527"/>
              <a:gd name="connsiteX151" fmla="*/ 5393028 w 9901550"/>
              <a:gd name="connsiteY151" fmla="*/ 5050727 h 5927527"/>
              <a:gd name="connsiteX152" fmla="*/ 5570186 w 9901550"/>
              <a:gd name="connsiteY152" fmla="*/ 5227884 h 5927527"/>
              <a:gd name="connsiteX153" fmla="*/ 5393028 w 9901550"/>
              <a:gd name="connsiteY153" fmla="*/ 5405041 h 5927527"/>
              <a:gd name="connsiteX154" fmla="*/ 5324187 w 9901550"/>
              <a:gd name="connsiteY154" fmla="*/ 5391171 h 5927527"/>
              <a:gd name="connsiteX155" fmla="*/ 5324111 w 9901550"/>
              <a:gd name="connsiteY155" fmla="*/ 5391120 h 5927527"/>
              <a:gd name="connsiteX156" fmla="*/ 5323916 w 9901550"/>
              <a:gd name="connsiteY156" fmla="*/ 5391081 h 5927527"/>
              <a:gd name="connsiteX157" fmla="*/ 5293618 w 9901550"/>
              <a:gd name="connsiteY157" fmla="*/ 5370612 h 5927527"/>
              <a:gd name="connsiteX158" fmla="*/ 5267862 w 9901550"/>
              <a:gd name="connsiteY158" fmla="*/ 5353290 h 5927527"/>
              <a:gd name="connsiteX159" fmla="*/ 5267765 w 9901550"/>
              <a:gd name="connsiteY159" fmla="*/ 5353147 h 5927527"/>
              <a:gd name="connsiteX160" fmla="*/ 5267621 w 9901550"/>
              <a:gd name="connsiteY160" fmla="*/ 5353050 h 5927527"/>
              <a:gd name="connsiteX161" fmla="*/ 5250298 w 9901550"/>
              <a:gd name="connsiteY161" fmla="*/ 5327292 h 5927527"/>
              <a:gd name="connsiteX162" fmla="*/ 5229831 w 9901550"/>
              <a:gd name="connsiteY162" fmla="*/ 5296996 h 5927527"/>
              <a:gd name="connsiteX163" fmla="*/ 5229791 w 9901550"/>
              <a:gd name="connsiteY163" fmla="*/ 5296801 h 5927527"/>
              <a:gd name="connsiteX164" fmla="*/ 5229740 w 9901550"/>
              <a:gd name="connsiteY164" fmla="*/ 5296725 h 5927527"/>
              <a:gd name="connsiteX165" fmla="*/ 5215870 w 9901550"/>
              <a:gd name="connsiteY165" fmla="*/ 5227884 h 5927527"/>
              <a:gd name="connsiteX166" fmla="*/ 5229740 w 9901550"/>
              <a:gd name="connsiteY166" fmla="*/ 5159044 h 5927527"/>
              <a:gd name="connsiteX167" fmla="*/ 5229791 w 9901550"/>
              <a:gd name="connsiteY167" fmla="*/ 5158968 h 5927527"/>
              <a:gd name="connsiteX168" fmla="*/ 5229831 w 9901550"/>
              <a:gd name="connsiteY168" fmla="*/ 5158772 h 5927527"/>
              <a:gd name="connsiteX169" fmla="*/ 5250355 w 9901550"/>
              <a:gd name="connsiteY169" fmla="*/ 5128394 h 5927527"/>
              <a:gd name="connsiteX170" fmla="*/ 5267621 w 9901550"/>
              <a:gd name="connsiteY170" fmla="*/ 5102719 h 5927527"/>
              <a:gd name="connsiteX171" fmla="*/ 5267764 w 9901550"/>
              <a:gd name="connsiteY171" fmla="*/ 5102622 h 5927527"/>
              <a:gd name="connsiteX172" fmla="*/ 5267862 w 9901550"/>
              <a:gd name="connsiteY172" fmla="*/ 5102478 h 5927527"/>
              <a:gd name="connsiteX173" fmla="*/ 5293704 w 9901550"/>
              <a:gd name="connsiteY173" fmla="*/ 5085099 h 5927527"/>
              <a:gd name="connsiteX174" fmla="*/ 5323916 w 9901550"/>
              <a:gd name="connsiteY174" fmla="*/ 5064688 h 5927527"/>
              <a:gd name="connsiteX175" fmla="*/ 5324111 w 9901550"/>
              <a:gd name="connsiteY175" fmla="*/ 5064649 h 5927527"/>
              <a:gd name="connsiteX176" fmla="*/ 5324187 w 9901550"/>
              <a:gd name="connsiteY176" fmla="*/ 5064598 h 5927527"/>
              <a:gd name="connsiteX177" fmla="*/ 5393028 w 9901550"/>
              <a:gd name="connsiteY177" fmla="*/ 5050727 h 5927527"/>
              <a:gd name="connsiteX178" fmla="*/ 2053365 w 9901550"/>
              <a:gd name="connsiteY178" fmla="*/ 5023126 h 5927527"/>
              <a:gd name="connsiteX179" fmla="*/ 2053370 w 9901550"/>
              <a:gd name="connsiteY179" fmla="*/ 5023127 h 5927527"/>
              <a:gd name="connsiteX180" fmla="*/ 2053377 w 9901550"/>
              <a:gd name="connsiteY180" fmla="*/ 5023126 h 5927527"/>
              <a:gd name="connsiteX181" fmla="*/ 2258139 w 9901550"/>
              <a:gd name="connsiteY181" fmla="*/ 5227884 h 5927527"/>
              <a:gd name="connsiteX182" fmla="*/ 2053377 w 9901550"/>
              <a:gd name="connsiteY182" fmla="*/ 5432642 h 5927527"/>
              <a:gd name="connsiteX183" fmla="*/ 2053370 w 9901550"/>
              <a:gd name="connsiteY183" fmla="*/ 5432642 h 5927527"/>
              <a:gd name="connsiteX184" fmla="*/ 2053365 w 9901550"/>
              <a:gd name="connsiteY184" fmla="*/ 5432642 h 5927527"/>
              <a:gd name="connsiteX185" fmla="*/ 1848606 w 9901550"/>
              <a:gd name="connsiteY185" fmla="*/ 5227884 h 5927527"/>
              <a:gd name="connsiteX186" fmla="*/ 2053365 w 9901550"/>
              <a:gd name="connsiteY186" fmla="*/ 5023126 h 5927527"/>
              <a:gd name="connsiteX187" fmla="*/ 4836522 w 9901550"/>
              <a:gd name="connsiteY187" fmla="*/ 5020558 h 5927527"/>
              <a:gd name="connsiteX188" fmla="*/ 5043848 w 9901550"/>
              <a:gd name="connsiteY188" fmla="*/ 5227884 h 5927527"/>
              <a:gd name="connsiteX189" fmla="*/ 4836522 w 9901550"/>
              <a:gd name="connsiteY189" fmla="*/ 5435209 h 5927527"/>
              <a:gd name="connsiteX190" fmla="*/ 4629197 w 9901550"/>
              <a:gd name="connsiteY190" fmla="*/ 5227884 h 5927527"/>
              <a:gd name="connsiteX191" fmla="*/ 4836522 w 9901550"/>
              <a:gd name="connsiteY191" fmla="*/ 5020558 h 5927527"/>
              <a:gd name="connsiteX192" fmla="*/ 4280017 w 9901550"/>
              <a:gd name="connsiteY192" fmla="*/ 4998735 h 5927527"/>
              <a:gd name="connsiteX193" fmla="*/ 4509167 w 9901550"/>
              <a:gd name="connsiteY193" fmla="*/ 5227884 h 5927527"/>
              <a:gd name="connsiteX194" fmla="*/ 4280017 w 9901550"/>
              <a:gd name="connsiteY194" fmla="*/ 5457033 h 5927527"/>
              <a:gd name="connsiteX195" fmla="*/ 4050878 w 9901550"/>
              <a:gd name="connsiteY195" fmla="*/ 5227884 h 5927527"/>
              <a:gd name="connsiteX196" fmla="*/ 4280017 w 9901550"/>
              <a:gd name="connsiteY196" fmla="*/ 4998735 h 5927527"/>
              <a:gd name="connsiteX197" fmla="*/ 2609873 w 9901550"/>
              <a:gd name="connsiteY197" fmla="*/ 4998735 h 5927527"/>
              <a:gd name="connsiteX198" fmla="*/ 2609880 w 9901550"/>
              <a:gd name="connsiteY198" fmla="*/ 4998736 h 5927527"/>
              <a:gd name="connsiteX199" fmla="*/ 2609887 w 9901550"/>
              <a:gd name="connsiteY199" fmla="*/ 4998735 h 5927527"/>
              <a:gd name="connsiteX200" fmla="*/ 2839035 w 9901550"/>
              <a:gd name="connsiteY200" fmla="*/ 5227884 h 5927527"/>
              <a:gd name="connsiteX201" fmla="*/ 2609887 w 9901550"/>
              <a:gd name="connsiteY201" fmla="*/ 5457033 h 5927527"/>
              <a:gd name="connsiteX202" fmla="*/ 2609880 w 9901550"/>
              <a:gd name="connsiteY202" fmla="*/ 5457033 h 5927527"/>
              <a:gd name="connsiteX203" fmla="*/ 2609873 w 9901550"/>
              <a:gd name="connsiteY203" fmla="*/ 5457033 h 5927527"/>
              <a:gd name="connsiteX204" fmla="*/ 2380723 w 9901550"/>
              <a:gd name="connsiteY204" fmla="*/ 5227884 h 5927527"/>
              <a:gd name="connsiteX205" fmla="*/ 2609873 w 9901550"/>
              <a:gd name="connsiteY205" fmla="*/ 4998735 h 5927527"/>
              <a:gd name="connsiteX206" fmla="*/ 8176195 w 9901550"/>
              <a:gd name="connsiteY206" fmla="*/ 4631582 h 5927527"/>
              <a:gd name="connsiteX207" fmla="*/ 8215991 w 9901550"/>
              <a:gd name="connsiteY207" fmla="*/ 4671379 h 5927527"/>
              <a:gd name="connsiteX208" fmla="*/ 8176195 w 9901550"/>
              <a:gd name="connsiteY208" fmla="*/ 4711175 h 5927527"/>
              <a:gd name="connsiteX209" fmla="*/ 8136398 w 9901550"/>
              <a:gd name="connsiteY209" fmla="*/ 4671379 h 5927527"/>
              <a:gd name="connsiteX210" fmla="*/ 8176195 w 9901550"/>
              <a:gd name="connsiteY210" fmla="*/ 4631582 h 5927527"/>
              <a:gd name="connsiteX211" fmla="*/ 7619689 w 9901550"/>
              <a:gd name="connsiteY211" fmla="*/ 4597563 h 5927527"/>
              <a:gd name="connsiteX212" fmla="*/ 7693504 w 9901550"/>
              <a:gd name="connsiteY212" fmla="*/ 4671379 h 5927527"/>
              <a:gd name="connsiteX213" fmla="*/ 7687747 w 9901550"/>
              <a:gd name="connsiteY213" fmla="*/ 4699973 h 5927527"/>
              <a:gd name="connsiteX214" fmla="*/ 7687696 w 9901550"/>
              <a:gd name="connsiteY214" fmla="*/ 4700048 h 5927527"/>
              <a:gd name="connsiteX215" fmla="*/ 7687657 w 9901550"/>
              <a:gd name="connsiteY215" fmla="*/ 4700243 h 5927527"/>
              <a:gd name="connsiteX216" fmla="*/ 7679174 w 9901550"/>
              <a:gd name="connsiteY216" fmla="*/ 4712756 h 5927527"/>
              <a:gd name="connsiteX217" fmla="*/ 7672001 w 9901550"/>
              <a:gd name="connsiteY217" fmla="*/ 4723451 h 5927527"/>
              <a:gd name="connsiteX218" fmla="*/ 7671857 w 9901550"/>
              <a:gd name="connsiteY218" fmla="*/ 4723549 h 5927527"/>
              <a:gd name="connsiteX219" fmla="*/ 7671760 w 9901550"/>
              <a:gd name="connsiteY219" fmla="*/ 4723691 h 5927527"/>
              <a:gd name="connsiteX220" fmla="*/ 7661143 w 9901550"/>
              <a:gd name="connsiteY220" fmla="*/ 4730812 h 5927527"/>
              <a:gd name="connsiteX221" fmla="*/ 7648553 w 9901550"/>
              <a:gd name="connsiteY221" fmla="*/ 4739347 h 5927527"/>
              <a:gd name="connsiteX222" fmla="*/ 7648358 w 9901550"/>
              <a:gd name="connsiteY222" fmla="*/ 4739387 h 5927527"/>
              <a:gd name="connsiteX223" fmla="*/ 7648282 w 9901550"/>
              <a:gd name="connsiteY223" fmla="*/ 4739437 h 5927527"/>
              <a:gd name="connsiteX224" fmla="*/ 7619689 w 9901550"/>
              <a:gd name="connsiteY224" fmla="*/ 4745194 h 5927527"/>
              <a:gd name="connsiteX225" fmla="*/ 7591095 w 9901550"/>
              <a:gd name="connsiteY225" fmla="*/ 4739437 h 5927527"/>
              <a:gd name="connsiteX226" fmla="*/ 7591020 w 9901550"/>
              <a:gd name="connsiteY226" fmla="*/ 4739387 h 5927527"/>
              <a:gd name="connsiteX227" fmla="*/ 7590824 w 9901550"/>
              <a:gd name="connsiteY227" fmla="*/ 4739347 h 5927527"/>
              <a:gd name="connsiteX228" fmla="*/ 7578202 w 9901550"/>
              <a:gd name="connsiteY228" fmla="*/ 4730790 h 5927527"/>
              <a:gd name="connsiteX229" fmla="*/ 7567616 w 9901550"/>
              <a:gd name="connsiteY229" fmla="*/ 4723691 h 5927527"/>
              <a:gd name="connsiteX230" fmla="*/ 7567520 w 9901550"/>
              <a:gd name="connsiteY230" fmla="*/ 4723549 h 5927527"/>
              <a:gd name="connsiteX231" fmla="*/ 7567375 w 9901550"/>
              <a:gd name="connsiteY231" fmla="*/ 4723451 h 5927527"/>
              <a:gd name="connsiteX232" fmla="*/ 7560183 w 9901550"/>
              <a:gd name="connsiteY232" fmla="*/ 4712726 h 5927527"/>
              <a:gd name="connsiteX233" fmla="*/ 7551720 w 9901550"/>
              <a:gd name="connsiteY233" fmla="*/ 4700243 h 5927527"/>
              <a:gd name="connsiteX234" fmla="*/ 7551681 w 9901550"/>
              <a:gd name="connsiteY234" fmla="*/ 4700049 h 5927527"/>
              <a:gd name="connsiteX235" fmla="*/ 7551629 w 9901550"/>
              <a:gd name="connsiteY235" fmla="*/ 4699973 h 5927527"/>
              <a:gd name="connsiteX236" fmla="*/ 7545873 w 9901550"/>
              <a:gd name="connsiteY236" fmla="*/ 4671379 h 5927527"/>
              <a:gd name="connsiteX237" fmla="*/ 7551629 w 9901550"/>
              <a:gd name="connsiteY237" fmla="*/ 4642786 h 5927527"/>
              <a:gd name="connsiteX238" fmla="*/ 7551680 w 9901550"/>
              <a:gd name="connsiteY238" fmla="*/ 4642710 h 5927527"/>
              <a:gd name="connsiteX239" fmla="*/ 7551720 w 9901550"/>
              <a:gd name="connsiteY239" fmla="*/ 4642515 h 5927527"/>
              <a:gd name="connsiteX240" fmla="*/ 7560209 w 9901550"/>
              <a:gd name="connsiteY240" fmla="*/ 4629993 h 5927527"/>
              <a:gd name="connsiteX241" fmla="*/ 7567375 w 9901550"/>
              <a:gd name="connsiteY241" fmla="*/ 4619307 h 5927527"/>
              <a:gd name="connsiteX242" fmla="*/ 7567520 w 9901550"/>
              <a:gd name="connsiteY242" fmla="*/ 4619209 h 5927527"/>
              <a:gd name="connsiteX243" fmla="*/ 7567616 w 9901550"/>
              <a:gd name="connsiteY243" fmla="*/ 4619066 h 5927527"/>
              <a:gd name="connsiteX244" fmla="*/ 7578237 w 9901550"/>
              <a:gd name="connsiteY244" fmla="*/ 4611944 h 5927527"/>
              <a:gd name="connsiteX245" fmla="*/ 7590824 w 9901550"/>
              <a:gd name="connsiteY245" fmla="*/ 4603410 h 5927527"/>
              <a:gd name="connsiteX246" fmla="*/ 7591020 w 9901550"/>
              <a:gd name="connsiteY246" fmla="*/ 4603371 h 5927527"/>
              <a:gd name="connsiteX247" fmla="*/ 7591095 w 9901550"/>
              <a:gd name="connsiteY247" fmla="*/ 4603320 h 5927527"/>
              <a:gd name="connsiteX248" fmla="*/ 7619689 w 9901550"/>
              <a:gd name="connsiteY248" fmla="*/ 4597563 h 5927527"/>
              <a:gd name="connsiteX249" fmla="*/ 7063184 w 9901550"/>
              <a:gd name="connsiteY249" fmla="*/ 4549423 h 5927527"/>
              <a:gd name="connsiteX250" fmla="*/ 7185140 w 9901550"/>
              <a:gd name="connsiteY250" fmla="*/ 4671380 h 5927527"/>
              <a:gd name="connsiteX251" fmla="*/ 7063184 w 9901550"/>
              <a:gd name="connsiteY251" fmla="*/ 4793336 h 5927527"/>
              <a:gd name="connsiteX252" fmla="*/ 6941228 w 9901550"/>
              <a:gd name="connsiteY252" fmla="*/ 4671380 h 5927527"/>
              <a:gd name="connsiteX253" fmla="*/ 7063184 w 9901550"/>
              <a:gd name="connsiteY253" fmla="*/ 4549423 h 5927527"/>
              <a:gd name="connsiteX254" fmla="*/ 6506679 w 9901550"/>
              <a:gd name="connsiteY254" fmla="*/ 4496789 h 5927527"/>
              <a:gd name="connsiteX255" fmla="*/ 6679985 w 9901550"/>
              <a:gd name="connsiteY255" fmla="*/ 4670737 h 5927527"/>
              <a:gd name="connsiteX256" fmla="*/ 6679920 w 9901550"/>
              <a:gd name="connsiteY256" fmla="*/ 4671058 h 5927527"/>
              <a:gd name="connsiteX257" fmla="*/ 6679985 w 9901550"/>
              <a:gd name="connsiteY257" fmla="*/ 4671379 h 5927527"/>
              <a:gd name="connsiteX258" fmla="*/ 6506679 w 9901550"/>
              <a:gd name="connsiteY258" fmla="*/ 4845327 h 5927527"/>
              <a:gd name="connsiteX259" fmla="*/ 6332731 w 9901550"/>
              <a:gd name="connsiteY259" fmla="*/ 4671379 h 5927527"/>
              <a:gd name="connsiteX260" fmla="*/ 6332796 w 9901550"/>
              <a:gd name="connsiteY260" fmla="*/ 4671058 h 5927527"/>
              <a:gd name="connsiteX261" fmla="*/ 6332731 w 9901550"/>
              <a:gd name="connsiteY261" fmla="*/ 4670737 h 5927527"/>
              <a:gd name="connsiteX262" fmla="*/ 6506679 w 9901550"/>
              <a:gd name="connsiteY262" fmla="*/ 4496789 h 5927527"/>
              <a:gd name="connsiteX263" fmla="*/ 383217 w 9901550"/>
              <a:gd name="connsiteY263" fmla="*/ 4496789 h 5927527"/>
              <a:gd name="connsiteX264" fmla="*/ 557164 w 9901550"/>
              <a:gd name="connsiteY264" fmla="*/ 4670737 h 5927527"/>
              <a:gd name="connsiteX265" fmla="*/ 557093 w 9901550"/>
              <a:gd name="connsiteY265" fmla="*/ 4671084 h 5927527"/>
              <a:gd name="connsiteX266" fmla="*/ 557154 w 9901550"/>
              <a:gd name="connsiteY266" fmla="*/ 4671379 h 5927527"/>
              <a:gd name="connsiteX267" fmla="*/ 383206 w 9901550"/>
              <a:gd name="connsiteY267" fmla="*/ 4845327 h 5927527"/>
              <a:gd name="connsiteX268" fmla="*/ 209258 w 9901550"/>
              <a:gd name="connsiteY268" fmla="*/ 4671379 h 5927527"/>
              <a:gd name="connsiteX269" fmla="*/ 209328 w 9901550"/>
              <a:gd name="connsiteY269" fmla="*/ 4671031 h 5927527"/>
              <a:gd name="connsiteX270" fmla="*/ 209269 w 9901550"/>
              <a:gd name="connsiteY270" fmla="*/ 4670737 h 5927527"/>
              <a:gd name="connsiteX271" fmla="*/ 383217 w 9901550"/>
              <a:gd name="connsiteY271" fmla="*/ 4496789 h 5927527"/>
              <a:gd name="connsiteX272" fmla="*/ 5958673 w 9901550"/>
              <a:gd name="connsiteY272" fmla="*/ 4447478 h 5927527"/>
              <a:gd name="connsiteX273" fmla="*/ 6001379 w 9901550"/>
              <a:gd name="connsiteY273" fmla="*/ 4453336 h 5927527"/>
              <a:gd name="connsiteX274" fmla="*/ 6007264 w 9901550"/>
              <a:gd name="connsiteY274" fmla="*/ 4455334 h 5927527"/>
              <a:gd name="connsiteX275" fmla="*/ 6011809 w 9901550"/>
              <a:gd name="connsiteY275" fmla="*/ 4456069 h 5927527"/>
              <a:gd name="connsiteX276" fmla="*/ 6021623 w 9901550"/>
              <a:gd name="connsiteY276" fmla="*/ 4460212 h 5927527"/>
              <a:gd name="connsiteX277" fmla="*/ 6042195 w 9901550"/>
              <a:gd name="connsiteY277" fmla="*/ 4467199 h 5927527"/>
              <a:gd name="connsiteX278" fmla="*/ 6053473 w 9901550"/>
              <a:gd name="connsiteY278" fmla="*/ 4473656 h 5927527"/>
              <a:gd name="connsiteX279" fmla="*/ 6061505 w 9901550"/>
              <a:gd name="connsiteY279" fmla="*/ 4477047 h 5927527"/>
              <a:gd name="connsiteX280" fmla="*/ 6068378 w 9901550"/>
              <a:gd name="connsiteY280" fmla="*/ 4482190 h 5927527"/>
              <a:gd name="connsiteX281" fmla="*/ 6079877 w 9901550"/>
              <a:gd name="connsiteY281" fmla="*/ 4488774 h 5927527"/>
              <a:gd name="connsiteX282" fmla="*/ 6086208 w 9901550"/>
              <a:gd name="connsiteY282" fmla="*/ 4495533 h 5927527"/>
              <a:gd name="connsiteX283" fmla="*/ 6105334 w 9901550"/>
              <a:gd name="connsiteY283" fmla="*/ 4509845 h 5927527"/>
              <a:gd name="connsiteX284" fmla="*/ 6140831 w 9901550"/>
              <a:gd name="connsiteY284" fmla="*/ 4553846 h 5927527"/>
              <a:gd name="connsiteX285" fmla="*/ 6140866 w 9901550"/>
              <a:gd name="connsiteY285" fmla="*/ 4553883 h 5927527"/>
              <a:gd name="connsiteX286" fmla="*/ 6171818 w 9901550"/>
              <a:gd name="connsiteY286" fmla="*/ 4637555 h 5927527"/>
              <a:gd name="connsiteX287" fmla="*/ 6171818 w 9901550"/>
              <a:gd name="connsiteY287" fmla="*/ 4637560 h 5927527"/>
              <a:gd name="connsiteX288" fmla="*/ 6171818 w 9901550"/>
              <a:gd name="connsiteY288" fmla="*/ 4637561 h 5927527"/>
              <a:gd name="connsiteX289" fmla="*/ 6067853 w 9901550"/>
              <a:gd name="connsiteY289" fmla="*/ 4863106 h 5927527"/>
              <a:gd name="connsiteX290" fmla="*/ 5758636 w 9901550"/>
              <a:gd name="connsiteY290" fmla="*/ 4790093 h 5927527"/>
              <a:gd name="connsiteX291" fmla="*/ 5727684 w 9901550"/>
              <a:gd name="connsiteY291" fmla="*/ 4706421 h 5927527"/>
              <a:gd name="connsiteX292" fmla="*/ 5727684 w 9901550"/>
              <a:gd name="connsiteY292" fmla="*/ 4706416 h 5927527"/>
              <a:gd name="connsiteX293" fmla="*/ 5727684 w 9901550"/>
              <a:gd name="connsiteY293" fmla="*/ 4706415 h 5927527"/>
              <a:gd name="connsiteX294" fmla="*/ 5831650 w 9901550"/>
              <a:gd name="connsiteY294" fmla="*/ 4480870 h 5927527"/>
              <a:gd name="connsiteX295" fmla="*/ 5872565 w 9901550"/>
              <a:gd name="connsiteY295" fmla="*/ 4460951 h 5927527"/>
              <a:gd name="connsiteX296" fmla="*/ 5887123 w 9901550"/>
              <a:gd name="connsiteY296" fmla="*/ 4457194 h 5927527"/>
              <a:gd name="connsiteX297" fmla="*/ 5893791 w 9901550"/>
              <a:gd name="connsiteY297" fmla="*/ 4454348 h 5927527"/>
              <a:gd name="connsiteX298" fmla="*/ 5901185 w 9901550"/>
              <a:gd name="connsiteY298" fmla="*/ 4453566 h 5927527"/>
              <a:gd name="connsiteX299" fmla="*/ 5915321 w 9901550"/>
              <a:gd name="connsiteY299" fmla="*/ 4449918 h 5927527"/>
              <a:gd name="connsiteX300" fmla="*/ 5958673 w 9901550"/>
              <a:gd name="connsiteY300" fmla="*/ 4447478 h 5927527"/>
              <a:gd name="connsiteX301" fmla="*/ 939710 w 9901550"/>
              <a:gd name="connsiteY301" fmla="*/ 4446723 h 5927527"/>
              <a:gd name="connsiteX302" fmla="*/ 939715 w 9901550"/>
              <a:gd name="connsiteY302" fmla="*/ 4446724 h 5927527"/>
              <a:gd name="connsiteX303" fmla="*/ 939720 w 9901550"/>
              <a:gd name="connsiteY303" fmla="*/ 4446723 h 5927527"/>
              <a:gd name="connsiteX304" fmla="*/ 1164377 w 9901550"/>
              <a:gd name="connsiteY304" fmla="*/ 4671379 h 5927527"/>
              <a:gd name="connsiteX305" fmla="*/ 939720 w 9901550"/>
              <a:gd name="connsiteY305" fmla="*/ 4896035 h 5927527"/>
              <a:gd name="connsiteX306" fmla="*/ 939715 w 9901550"/>
              <a:gd name="connsiteY306" fmla="*/ 4896035 h 5927527"/>
              <a:gd name="connsiteX307" fmla="*/ 939710 w 9901550"/>
              <a:gd name="connsiteY307" fmla="*/ 4896035 h 5927527"/>
              <a:gd name="connsiteX308" fmla="*/ 715054 w 9901550"/>
              <a:gd name="connsiteY308" fmla="*/ 4671379 h 5927527"/>
              <a:gd name="connsiteX309" fmla="*/ 939710 w 9901550"/>
              <a:gd name="connsiteY309" fmla="*/ 4446723 h 5927527"/>
              <a:gd name="connsiteX310" fmla="*/ 8733341 w 9901550"/>
              <a:gd name="connsiteY310" fmla="*/ 4078287 h 5927527"/>
              <a:gd name="connsiteX311" fmla="*/ 8769286 w 9901550"/>
              <a:gd name="connsiteY311" fmla="*/ 4114232 h 5927527"/>
              <a:gd name="connsiteX312" fmla="*/ 8769147 w 9901550"/>
              <a:gd name="connsiteY312" fmla="*/ 4114553 h 5927527"/>
              <a:gd name="connsiteX313" fmla="*/ 8769286 w 9901550"/>
              <a:gd name="connsiteY313" fmla="*/ 4114874 h 5927527"/>
              <a:gd name="connsiteX314" fmla="*/ 8733341 w 9901550"/>
              <a:gd name="connsiteY314" fmla="*/ 4150819 h 5927527"/>
              <a:gd name="connsiteX315" fmla="*/ 8697396 w 9901550"/>
              <a:gd name="connsiteY315" fmla="*/ 4114874 h 5927527"/>
              <a:gd name="connsiteX316" fmla="*/ 8697529 w 9901550"/>
              <a:gd name="connsiteY316" fmla="*/ 4114553 h 5927527"/>
              <a:gd name="connsiteX317" fmla="*/ 8697396 w 9901550"/>
              <a:gd name="connsiteY317" fmla="*/ 4114232 h 5927527"/>
              <a:gd name="connsiteX318" fmla="*/ 8733341 w 9901550"/>
              <a:gd name="connsiteY318" fmla="*/ 4078287 h 5927527"/>
              <a:gd name="connsiteX319" fmla="*/ 8176194 w 9901550"/>
              <a:gd name="connsiteY319" fmla="*/ 4041058 h 5927527"/>
              <a:gd name="connsiteX320" fmla="*/ 8249367 w 9901550"/>
              <a:gd name="connsiteY320" fmla="*/ 4114232 h 5927527"/>
              <a:gd name="connsiteX321" fmla="*/ 8249302 w 9901550"/>
              <a:gd name="connsiteY321" fmla="*/ 4114553 h 5927527"/>
              <a:gd name="connsiteX322" fmla="*/ 8249367 w 9901550"/>
              <a:gd name="connsiteY322" fmla="*/ 4114873 h 5927527"/>
              <a:gd name="connsiteX323" fmla="*/ 8176194 w 9901550"/>
              <a:gd name="connsiteY323" fmla="*/ 4188047 h 5927527"/>
              <a:gd name="connsiteX324" fmla="*/ 8103020 w 9901550"/>
              <a:gd name="connsiteY324" fmla="*/ 4114873 h 5927527"/>
              <a:gd name="connsiteX325" fmla="*/ 8103084 w 9901550"/>
              <a:gd name="connsiteY325" fmla="*/ 4114553 h 5927527"/>
              <a:gd name="connsiteX326" fmla="*/ 8103020 w 9901550"/>
              <a:gd name="connsiteY326" fmla="*/ 4114232 h 5927527"/>
              <a:gd name="connsiteX327" fmla="*/ 8176194 w 9901550"/>
              <a:gd name="connsiteY327" fmla="*/ 4041058 h 5927527"/>
              <a:gd name="connsiteX328" fmla="*/ 0 w 9901550"/>
              <a:gd name="connsiteY328" fmla="*/ 4030788 h 5927527"/>
              <a:gd name="connsiteX329" fmla="*/ 19256 w 9901550"/>
              <a:gd name="connsiteY329" fmla="*/ 4114232 h 5927527"/>
              <a:gd name="connsiteX330" fmla="*/ 0 w 9901550"/>
              <a:gd name="connsiteY330" fmla="*/ 4197675 h 5927527"/>
              <a:gd name="connsiteX331" fmla="*/ 7619392 w 9901550"/>
              <a:gd name="connsiteY331" fmla="*/ 3987950 h 5927527"/>
              <a:gd name="connsiteX332" fmla="*/ 7708804 w 9901550"/>
              <a:gd name="connsiteY332" fmla="*/ 4024986 h 5927527"/>
              <a:gd name="connsiteX333" fmla="*/ 7708805 w 9901550"/>
              <a:gd name="connsiteY333" fmla="*/ 4203810 h 5927527"/>
              <a:gd name="connsiteX334" fmla="*/ 7529980 w 9901550"/>
              <a:gd name="connsiteY334" fmla="*/ 4203810 h 5927527"/>
              <a:gd name="connsiteX335" fmla="*/ 7529980 w 9901550"/>
              <a:gd name="connsiteY335" fmla="*/ 4024985 h 5927527"/>
              <a:gd name="connsiteX336" fmla="*/ 7571810 w 9901550"/>
              <a:gd name="connsiteY336" fmla="*/ 3997209 h 5927527"/>
              <a:gd name="connsiteX337" fmla="*/ 7619392 w 9901550"/>
              <a:gd name="connsiteY337" fmla="*/ 3987950 h 5927527"/>
              <a:gd name="connsiteX338" fmla="*/ 7063185 w 9901550"/>
              <a:gd name="connsiteY338" fmla="*/ 3924237 h 5927527"/>
              <a:gd name="connsiteX339" fmla="*/ 7253179 w 9901550"/>
              <a:gd name="connsiteY339" fmla="*/ 4114232 h 5927527"/>
              <a:gd name="connsiteX340" fmla="*/ 7253114 w 9901550"/>
              <a:gd name="connsiteY340" fmla="*/ 4114553 h 5927527"/>
              <a:gd name="connsiteX341" fmla="*/ 7253179 w 9901550"/>
              <a:gd name="connsiteY341" fmla="*/ 4114874 h 5927527"/>
              <a:gd name="connsiteX342" fmla="*/ 7063185 w 9901550"/>
              <a:gd name="connsiteY342" fmla="*/ 4304869 h 5927527"/>
              <a:gd name="connsiteX343" fmla="*/ 6873190 w 9901550"/>
              <a:gd name="connsiteY343" fmla="*/ 4114874 h 5927527"/>
              <a:gd name="connsiteX344" fmla="*/ 6873255 w 9901550"/>
              <a:gd name="connsiteY344" fmla="*/ 4114553 h 5927527"/>
              <a:gd name="connsiteX345" fmla="*/ 6873190 w 9901550"/>
              <a:gd name="connsiteY345" fmla="*/ 4114232 h 5927527"/>
              <a:gd name="connsiteX346" fmla="*/ 7063185 w 9901550"/>
              <a:gd name="connsiteY346" fmla="*/ 3924237 h 5927527"/>
              <a:gd name="connsiteX347" fmla="*/ 8733341 w 9901550"/>
              <a:gd name="connsiteY347" fmla="*/ 3496749 h 5927527"/>
              <a:gd name="connsiteX348" fmla="*/ 8794319 w 9901550"/>
              <a:gd name="connsiteY348" fmla="*/ 3557727 h 5927527"/>
              <a:gd name="connsiteX349" fmla="*/ 8794250 w 9901550"/>
              <a:gd name="connsiteY349" fmla="*/ 3558046 h 5927527"/>
              <a:gd name="connsiteX350" fmla="*/ 8794319 w 9901550"/>
              <a:gd name="connsiteY350" fmla="*/ 3558369 h 5927527"/>
              <a:gd name="connsiteX351" fmla="*/ 8733341 w 9901550"/>
              <a:gd name="connsiteY351" fmla="*/ 3619347 h 5927527"/>
              <a:gd name="connsiteX352" fmla="*/ 8672363 w 9901550"/>
              <a:gd name="connsiteY352" fmla="*/ 3558369 h 5927527"/>
              <a:gd name="connsiteX353" fmla="*/ 8672428 w 9901550"/>
              <a:gd name="connsiteY353" fmla="*/ 3558048 h 5927527"/>
              <a:gd name="connsiteX354" fmla="*/ 8672363 w 9901550"/>
              <a:gd name="connsiteY354" fmla="*/ 3557727 h 5927527"/>
              <a:gd name="connsiteX355" fmla="*/ 8733341 w 9901550"/>
              <a:gd name="connsiteY355" fmla="*/ 3496749 h 5927527"/>
              <a:gd name="connsiteX356" fmla="*/ 8176194 w 9901550"/>
              <a:gd name="connsiteY356" fmla="*/ 3440264 h 5927527"/>
              <a:gd name="connsiteX357" fmla="*/ 8293657 w 9901550"/>
              <a:gd name="connsiteY357" fmla="*/ 3557727 h 5927527"/>
              <a:gd name="connsiteX358" fmla="*/ 8176194 w 9901550"/>
              <a:gd name="connsiteY358" fmla="*/ 3675190 h 5927527"/>
              <a:gd name="connsiteX359" fmla="*/ 8058731 w 9901550"/>
              <a:gd name="connsiteY359" fmla="*/ 3557727 h 5927527"/>
              <a:gd name="connsiteX360" fmla="*/ 8176194 w 9901550"/>
              <a:gd name="connsiteY360" fmla="*/ 3440264 h 5927527"/>
              <a:gd name="connsiteX361" fmla="*/ 7619689 w 9901550"/>
              <a:gd name="connsiteY361" fmla="*/ 3372225 h 5927527"/>
              <a:gd name="connsiteX362" fmla="*/ 7805191 w 9901550"/>
              <a:gd name="connsiteY362" fmla="*/ 3557726 h 5927527"/>
              <a:gd name="connsiteX363" fmla="*/ 7619689 w 9901550"/>
              <a:gd name="connsiteY363" fmla="*/ 3743228 h 5927527"/>
              <a:gd name="connsiteX364" fmla="*/ 7434187 w 9901550"/>
              <a:gd name="connsiteY364" fmla="*/ 3557726 h 5927527"/>
              <a:gd name="connsiteX365" fmla="*/ 7619689 w 9901550"/>
              <a:gd name="connsiteY365" fmla="*/ 3372225 h 5927527"/>
              <a:gd name="connsiteX366" fmla="*/ 9289846 w 9901550"/>
              <a:gd name="connsiteY366" fmla="*/ 2954365 h 5927527"/>
              <a:gd name="connsiteX367" fmla="*/ 9336702 w 9901550"/>
              <a:gd name="connsiteY367" fmla="*/ 3001222 h 5927527"/>
              <a:gd name="connsiteX368" fmla="*/ 9289846 w 9901550"/>
              <a:gd name="connsiteY368" fmla="*/ 3048079 h 5927527"/>
              <a:gd name="connsiteX369" fmla="*/ 9242989 w 9901550"/>
              <a:gd name="connsiteY369" fmla="*/ 3001222 h 5927527"/>
              <a:gd name="connsiteX370" fmla="*/ 9289846 w 9901550"/>
              <a:gd name="connsiteY370" fmla="*/ 2954365 h 5927527"/>
              <a:gd name="connsiteX371" fmla="*/ 8733340 w 9901550"/>
              <a:gd name="connsiteY371" fmla="*/ 2907508 h 5927527"/>
              <a:gd name="connsiteX372" fmla="*/ 8827054 w 9901550"/>
              <a:gd name="connsiteY372" fmla="*/ 3001221 h 5927527"/>
              <a:gd name="connsiteX373" fmla="*/ 8733340 w 9901550"/>
              <a:gd name="connsiteY373" fmla="*/ 3094935 h 5927527"/>
              <a:gd name="connsiteX374" fmla="*/ 8697034 w 9901550"/>
              <a:gd name="connsiteY374" fmla="*/ 3087604 h 5927527"/>
              <a:gd name="connsiteX375" fmla="*/ 8696959 w 9901550"/>
              <a:gd name="connsiteY375" fmla="*/ 3087553 h 5927527"/>
              <a:gd name="connsiteX376" fmla="*/ 8696764 w 9901550"/>
              <a:gd name="connsiteY376" fmla="*/ 3087513 h 5927527"/>
              <a:gd name="connsiteX377" fmla="*/ 8680809 w 9901550"/>
              <a:gd name="connsiteY377" fmla="*/ 3076702 h 5927527"/>
              <a:gd name="connsiteX378" fmla="*/ 8667228 w 9901550"/>
              <a:gd name="connsiteY378" fmla="*/ 3067575 h 5927527"/>
              <a:gd name="connsiteX379" fmla="*/ 8667130 w 9901550"/>
              <a:gd name="connsiteY379" fmla="*/ 3067431 h 5927527"/>
              <a:gd name="connsiteX380" fmla="*/ 8666987 w 9901550"/>
              <a:gd name="connsiteY380" fmla="*/ 3067334 h 5927527"/>
              <a:gd name="connsiteX381" fmla="*/ 8657924 w 9901550"/>
              <a:gd name="connsiteY381" fmla="*/ 3053847 h 5927527"/>
              <a:gd name="connsiteX382" fmla="*/ 8647049 w 9901550"/>
              <a:gd name="connsiteY382" fmla="*/ 3037799 h 5927527"/>
              <a:gd name="connsiteX383" fmla="*/ 8647009 w 9901550"/>
              <a:gd name="connsiteY383" fmla="*/ 3037602 h 5927527"/>
              <a:gd name="connsiteX384" fmla="*/ 8646958 w 9901550"/>
              <a:gd name="connsiteY384" fmla="*/ 3037527 h 5927527"/>
              <a:gd name="connsiteX385" fmla="*/ 8639627 w 9901550"/>
              <a:gd name="connsiteY385" fmla="*/ 3001221 h 5927527"/>
              <a:gd name="connsiteX386" fmla="*/ 8646958 w 9901550"/>
              <a:gd name="connsiteY386" fmla="*/ 2964916 h 5927527"/>
              <a:gd name="connsiteX387" fmla="*/ 8647009 w 9901550"/>
              <a:gd name="connsiteY387" fmla="*/ 2964840 h 5927527"/>
              <a:gd name="connsiteX388" fmla="*/ 8647049 w 9901550"/>
              <a:gd name="connsiteY388" fmla="*/ 2964645 h 5927527"/>
              <a:gd name="connsiteX389" fmla="*/ 8657890 w 9901550"/>
              <a:gd name="connsiteY389" fmla="*/ 2948647 h 5927527"/>
              <a:gd name="connsiteX390" fmla="*/ 8666987 w 9901550"/>
              <a:gd name="connsiteY390" fmla="*/ 2935109 h 5927527"/>
              <a:gd name="connsiteX391" fmla="*/ 8667130 w 9901550"/>
              <a:gd name="connsiteY391" fmla="*/ 2935011 h 5927527"/>
              <a:gd name="connsiteX392" fmla="*/ 8667228 w 9901550"/>
              <a:gd name="connsiteY392" fmla="*/ 2934868 h 5927527"/>
              <a:gd name="connsiteX393" fmla="*/ 8680764 w 9901550"/>
              <a:gd name="connsiteY393" fmla="*/ 2925772 h 5927527"/>
              <a:gd name="connsiteX394" fmla="*/ 8696764 w 9901550"/>
              <a:gd name="connsiteY394" fmla="*/ 2914930 h 5927527"/>
              <a:gd name="connsiteX395" fmla="*/ 8696959 w 9901550"/>
              <a:gd name="connsiteY395" fmla="*/ 2914890 h 5927527"/>
              <a:gd name="connsiteX396" fmla="*/ 8697034 w 9901550"/>
              <a:gd name="connsiteY396" fmla="*/ 2914840 h 5927527"/>
              <a:gd name="connsiteX397" fmla="*/ 8733340 w 9901550"/>
              <a:gd name="connsiteY397" fmla="*/ 2907508 h 5927527"/>
              <a:gd name="connsiteX398" fmla="*/ 8176195 w 9901550"/>
              <a:gd name="connsiteY398" fmla="*/ 2838828 h 5927527"/>
              <a:gd name="connsiteX399" fmla="*/ 8338588 w 9901550"/>
              <a:gd name="connsiteY399" fmla="*/ 3001222 h 5927527"/>
              <a:gd name="connsiteX400" fmla="*/ 8176195 w 9901550"/>
              <a:gd name="connsiteY400" fmla="*/ 3163617 h 5927527"/>
              <a:gd name="connsiteX401" fmla="*/ 8013800 w 9901550"/>
              <a:gd name="connsiteY401" fmla="*/ 3001222 h 5927527"/>
              <a:gd name="connsiteX402" fmla="*/ 8176195 w 9901550"/>
              <a:gd name="connsiteY402" fmla="*/ 2838828 h 5927527"/>
              <a:gd name="connsiteX403" fmla="*/ 9289846 w 9901550"/>
              <a:gd name="connsiteY403" fmla="*/ 2378604 h 5927527"/>
              <a:gd name="connsiteX404" fmla="*/ 9355959 w 9901550"/>
              <a:gd name="connsiteY404" fmla="*/ 2444075 h 5927527"/>
              <a:gd name="connsiteX405" fmla="*/ 9289846 w 9901550"/>
              <a:gd name="connsiteY405" fmla="*/ 2510188 h 5927527"/>
              <a:gd name="connsiteX406" fmla="*/ 9223733 w 9901550"/>
              <a:gd name="connsiteY406" fmla="*/ 2444075 h 5927527"/>
              <a:gd name="connsiteX407" fmla="*/ 9289846 w 9901550"/>
              <a:gd name="connsiteY407" fmla="*/ 2378604 h 5927527"/>
              <a:gd name="connsiteX408" fmla="*/ 8733341 w 9901550"/>
              <a:gd name="connsiteY408" fmla="*/ 2316342 h 5927527"/>
              <a:gd name="connsiteX409" fmla="*/ 8783186 w 9901550"/>
              <a:gd name="connsiteY409" fmla="*/ 2326382 h 5927527"/>
              <a:gd name="connsiteX410" fmla="*/ 8783262 w 9901550"/>
              <a:gd name="connsiteY410" fmla="*/ 2326432 h 5927527"/>
              <a:gd name="connsiteX411" fmla="*/ 8783457 w 9901550"/>
              <a:gd name="connsiteY411" fmla="*/ 2326472 h 5927527"/>
              <a:gd name="connsiteX412" fmla="*/ 8805377 w 9901550"/>
              <a:gd name="connsiteY412" fmla="*/ 2341293 h 5927527"/>
              <a:gd name="connsiteX413" fmla="*/ 8824006 w 9901550"/>
              <a:gd name="connsiteY413" fmla="*/ 2353812 h 5927527"/>
              <a:gd name="connsiteX414" fmla="*/ 8824103 w 9901550"/>
              <a:gd name="connsiteY414" fmla="*/ 2353955 h 5927527"/>
              <a:gd name="connsiteX415" fmla="*/ 8824247 w 9901550"/>
              <a:gd name="connsiteY415" fmla="*/ 2354052 h 5927527"/>
              <a:gd name="connsiteX416" fmla="*/ 8836766 w 9901550"/>
              <a:gd name="connsiteY416" fmla="*/ 2372684 h 5927527"/>
              <a:gd name="connsiteX417" fmla="*/ 8851586 w 9901550"/>
              <a:gd name="connsiteY417" fmla="*/ 2394601 h 5927527"/>
              <a:gd name="connsiteX418" fmla="*/ 8851626 w 9901550"/>
              <a:gd name="connsiteY418" fmla="*/ 2394796 h 5927527"/>
              <a:gd name="connsiteX419" fmla="*/ 8851677 w 9901550"/>
              <a:gd name="connsiteY419" fmla="*/ 2394872 h 5927527"/>
              <a:gd name="connsiteX420" fmla="*/ 8861716 w 9901550"/>
              <a:gd name="connsiteY420" fmla="*/ 2444717 h 5927527"/>
              <a:gd name="connsiteX421" fmla="*/ 8733341 w 9901550"/>
              <a:gd name="connsiteY421" fmla="*/ 2573092 h 5927527"/>
              <a:gd name="connsiteX422" fmla="*/ 8683496 w 9901550"/>
              <a:gd name="connsiteY422" fmla="*/ 2563053 h 5927527"/>
              <a:gd name="connsiteX423" fmla="*/ 8683420 w 9901550"/>
              <a:gd name="connsiteY423" fmla="*/ 2563002 h 5927527"/>
              <a:gd name="connsiteX424" fmla="*/ 8683225 w 9901550"/>
              <a:gd name="connsiteY424" fmla="*/ 2562963 h 5927527"/>
              <a:gd name="connsiteX425" fmla="*/ 8661295 w 9901550"/>
              <a:gd name="connsiteY425" fmla="*/ 2548134 h 5927527"/>
              <a:gd name="connsiteX426" fmla="*/ 8642676 w 9901550"/>
              <a:gd name="connsiteY426" fmla="*/ 2535623 h 5927527"/>
              <a:gd name="connsiteX427" fmla="*/ 8642579 w 9901550"/>
              <a:gd name="connsiteY427" fmla="*/ 2535479 h 5927527"/>
              <a:gd name="connsiteX428" fmla="*/ 8642436 w 9901550"/>
              <a:gd name="connsiteY428" fmla="*/ 2535382 h 5927527"/>
              <a:gd name="connsiteX429" fmla="*/ 8629916 w 9901550"/>
              <a:gd name="connsiteY429" fmla="*/ 2516751 h 5927527"/>
              <a:gd name="connsiteX430" fmla="*/ 8615096 w 9901550"/>
              <a:gd name="connsiteY430" fmla="*/ 2494834 h 5927527"/>
              <a:gd name="connsiteX431" fmla="*/ 8615056 w 9901550"/>
              <a:gd name="connsiteY431" fmla="*/ 2494638 h 5927527"/>
              <a:gd name="connsiteX432" fmla="*/ 8615005 w 9901550"/>
              <a:gd name="connsiteY432" fmla="*/ 2494563 h 5927527"/>
              <a:gd name="connsiteX433" fmla="*/ 8604966 w 9901550"/>
              <a:gd name="connsiteY433" fmla="*/ 2444717 h 5927527"/>
              <a:gd name="connsiteX434" fmla="*/ 8615005 w 9901550"/>
              <a:gd name="connsiteY434" fmla="*/ 2394872 h 5927527"/>
              <a:gd name="connsiteX435" fmla="*/ 8615056 w 9901550"/>
              <a:gd name="connsiteY435" fmla="*/ 2394796 h 5927527"/>
              <a:gd name="connsiteX436" fmla="*/ 8615096 w 9901550"/>
              <a:gd name="connsiteY436" fmla="*/ 2394601 h 5927527"/>
              <a:gd name="connsiteX437" fmla="*/ 8629916 w 9901550"/>
              <a:gd name="connsiteY437" fmla="*/ 2372683 h 5927527"/>
              <a:gd name="connsiteX438" fmla="*/ 8642436 w 9901550"/>
              <a:gd name="connsiteY438" fmla="*/ 2354052 h 5927527"/>
              <a:gd name="connsiteX439" fmla="*/ 8642579 w 9901550"/>
              <a:gd name="connsiteY439" fmla="*/ 2353955 h 5927527"/>
              <a:gd name="connsiteX440" fmla="*/ 8642676 w 9901550"/>
              <a:gd name="connsiteY440" fmla="*/ 2353812 h 5927527"/>
              <a:gd name="connsiteX441" fmla="*/ 8661295 w 9901550"/>
              <a:gd name="connsiteY441" fmla="*/ 2341300 h 5927527"/>
              <a:gd name="connsiteX442" fmla="*/ 8683225 w 9901550"/>
              <a:gd name="connsiteY442" fmla="*/ 2326472 h 5927527"/>
              <a:gd name="connsiteX443" fmla="*/ 8683420 w 9901550"/>
              <a:gd name="connsiteY443" fmla="*/ 2326432 h 5927527"/>
              <a:gd name="connsiteX444" fmla="*/ 8683496 w 9901550"/>
              <a:gd name="connsiteY444" fmla="*/ 2326382 h 5927527"/>
              <a:gd name="connsiteX445" fmla="*/ 8733341 w 9901550"/>
              <a:gd name="connsiteY445" fmla="*/ 2316342 h 5927527"/>
              <a:gd name="connsiteX446" fmla="*/ 8176194 w 9901550"/>
              <a:gd name="connsiteY446" fmla="*/ 2230973 h 5927527"/>
              <a:gd name="connsiteX447" fmla="*/ 8389938 w 9901550"/>
              <a:gd name="connsiteY447" fmla="*/ 2444717 h 5927527"/>
              <a:gd name="connsiteX448" fmla="*/ 8176194 w 9901550"/>
              <a:gd name="connsiteY448" fmla="*/ 2658462 h 5927527"/>
              <a:gd name="connsiteX449" fmla="*/ 7962450 w 9901550"/>
              <a:gd name="connsiteY449" fmla="*/ 2444717 h 5927527"/>
              <a:gd name="connsiteX450" fmla="*/ 8176194 w 9901550"/>
              <a:gd name="connsiteY450" fmla="*/ 2230973 h 5927527"/>
              <a:gd name="connsiteX451" fmla="*/ 9846351 w 9901550"/>
              <a:gd name="connsiteY451" fmla="*/ 1849709 h 5927527"/>
              <a:gd name="connsiteX452" fmla="*/ 9884221 w 9901550"/>
              <a:gd name="connsiteY452" fmla="*/ 1887579 h 5927527"/>
              <a:gd name="connsiteX453" fmla="*/ 9884088 w 9901550"/>
              <a:gd name="connsiteY453" fmla="*/ 1887897 h 5927527"/>
              <a:gd name="connsiteX454" fmla="*/ 9884221 w 9901550"/>
              <a:gd name="connsiteY454" fmla="*/ 1888215 h 5927527"/>
              <a:gd name="connsiteX455" fmla="*/ 9846351 w 9901550"/>
              <a:gd name="connsiteY455" fmla="*/ 1926085 h 5927527"/>
              <a:gd name="connsiteX456" fmla="*/ 9808480 w 9901550"/>
              <a:gd name="connsiteY456" fmla="*/ 1888215 h 5927527"/>
              <a:gd name="connsiteX457" fmla="*/ 9808613 w 9901550"/>
              <a:gd name="connsiteY457" fmla="*/ 1887897 h 5927527"/>
              <a:gd name="connsiteX458" fmla="*/ 9808480 w 9901550"/>
              <a:gd name="connsiteY458" fmla="*/ 1887579 h 5927527"/>
              <a:gd name="connsiteX459" fmla="*/ 9846351 w 9901550"/>
              <a:gd name="connsiteY459" fmla="*/ 1849709 h 5927527"/>
              <a:gd name="connsiteX460" fmla="*/ 9289846 w 9901550"/>
              <a:gd name="connsiteY460" fmla="*/ 1802846 h 5927527"/>
              <a:gd name="connsiteX461" fmla="*/ 9374573 w 9901550"/>
              <a:gd name="connsiteY461" fmla="*/ 1887573 h 5927527"/>
              <a:gd name="connsiteX462" fmla="*/ 9374508 w 9901550"/>
              <a:gd name="connsiteY462" fmla="*/ 1887897 h 5927527"/>
              <a:gd name="connsiteX463" fmla="*/ 9374573 w 9901550"/>
              <a:gd name="connsiteY463" fmla="*/ 1888221 h 5927527"/>
              <a:gd name="connsiteX464" fmla="*/ 9289846 w 9901550"/>
              <a:gd name="connsiteY464" fmla="*/ 1972949 h 5927527"/>
              <a:gd name="connsiteX465" fmla="*/ 9205118 w 9901550"/>
              <a:gd name="connsiteY465" fmla="*/ 1888221 h 5927527"/>
              <a:gd name="connsiteX466" fmla="*/ 9205183 w 9901550"/>
              <a:gd name="connsiteY466" fmla="*/ 1887897 h 5927527"/>
              <a:gd name="connsiteX467" fmla="*/ 9205118 w 9901550"/>
              <a:gd name="connsiteY467" fmla="*/ 1887573 h 5927527"/>
              <a:gd name="connsiteX468" fmla="*/ 9289846 w 9901550"/>
              <a:gd name="connsiteY468" fmla="*/ 1802846 h 5927527"/>
              <a:gd name="connsiteX469" fmla="*/ 8733341 w 9901550"/>
              <a:gd name="connsiteY469" fmla="*/ 1725828 h 5927527"/>
              <a:gd name="connsiteX470" fmla="*/ 8895094 w 9901550"/>
              <a:gd name="connsiteY470" fmla="*/ 1887580 h 5927527"/>
              <a:gd name="connsiteX471" fmla="*/ 8895028 w 9901550"/>
              <a:gd name="connsiteY471" fmla="*/ 1887898 h 5927527"/>
              <a:gd name="connsiteX472" fmla="*/ 8895094 w 9901550"/>
              <a:gd name="connsiteY472" fmla="*/ 1888215 h 5927527"/>
              <a:gd name="connsiteX473" fmla="*/ 8733341 w 9901550"/>
              <a:gd name="connsiteY473" fmla="*/ 2049968 h 5927527"/>
              <a:gd name="connsiteX474" fmla="*/ 8571589 w 9901550"/>
              <a:gd name="connsiteY474" fmla="*/ 1888215 h 5927527"/>
              <a:gd name="connsiteX475" fmla="*/ 8571653 w 9901550"/>
              <a:gd name="connsiteY475" fmla="*/ 1887898 h 5927527"/>
              <a:gd name="connsiteX476" fmla="*/ 8571589 w 9901550"/>
              <a:gd name="connsiteY476" fmla="*/ 1887580 h 5927527"/>
              <a:gd name="connsiteX477" fmla="*/ 8733341 w 9901550"/>
              <a:gd name="connsiteY477" fmla="*/ 1725828 h 5927527"/>
              <a:gd name="connsiteX478" fmla="*/ 9846351 w 9901550"/>
              <a:gd name="connsiteY478" fmla="*/ 1283568 h 5927527"/>
              <a:gd name="connsiteX479" fmla="*/ 9893850 w 9901550"/>
              <a:gd name="connsiteY479" fmla="*/ 1331067 h 5927527"/>
              <a:gd name="connsiteX480" fmla="*/ 9893849 w 9901550"/>
              <a:gd name="connsiteY480" fmla="*/ 1331071 h 5927527"/>
              <a:gd name="connsiteX481" fmla="*/ 9893850 w 9901550"/>
              <a:gd name="connsiteY481" fmla="*/ 1331074 h 5927527"/>
              <a:gd name="connsiteX482" fmla="*/ 9846351 w 9901550"/>
              <a:gd name="connsiteY482" fmla="*/ 1378572 h 5927527"/>
              <a:gd name="connsiteX483" fmla="*/ 9798852 w 9901550"/>
              <a:gd name="connsiteY483" fmla="*/ 1331074 h 5927527"/>
              <a:gd name="connsiteX484" fmla="*/ 9798853 w 9901550"/>
              <a:gd name="connsiteY484" fmla="*/ 1331071 h 5927527"/>
              <a:gd name="connsiteX485" fmla="*/ 9798852 w 9901550"/>
              <a:gd name="connsiteY485" fmla="*/ 1331067 h 5927527"/>
              <a:gd name="connsiteX486" fmla="*/ 9846351 w 9901550"/>
              <a:gd name="connsiteY486" fmla="*/ 1283568 h 5927527"/>
              <a:gd name="connsiteX487" fmla="*/ 9289846 w 9901550"/>
              <a:gd name="connsiteY487" fmla="*/ 1227085 h 5927527"/>
              <a:gd name="connsiteX488" fmla="*/ 9393829 w 9901550"/>
              <a:gd name="connsiteY488" fmla="*/ 1331069 h 5927527"/>
              <a:gd name="connsiteX489" fmla="*/ 9393764 w 9901550"/>
              <a:gd name="connsiteY489" fmla="*/ 1331392 h 5927527"/>
              <a:gd name="connsiteX490" fmla="*/ 9393829 w 9901550"/>
              <a:gd name="connsiteY490" fmla="*/ 1331716 h 5927527"/>
              <a:gd name="connsiteX491" fmla="*/ 9289846 w 9901550"/>
              <a:gd name="connsiteY491" fmla="*/ 1435699 h 5927527"/>
              <a:gd name="connsiteX492" fmla="*/ 9185862 w 9901550"/>
              <a:gd name="connsiteY492" fmla="*/ 1331716 h 5927527"/>
              <a:gd name="connsiteX493" fmla="*/ 9185928 w 9901550"/>
              <a:gd name="connsiteY493" fmla="*/ 1331392 h 5927527"/>
              <a:gd name="connsiteX494" fmla="*/ 9185862 w 9901550"/>
              <a:gd name="connsiteY494" fmla="*/ 1331069 h 5927527"/>
              <a:gd name="connsiteX495" fmla="*/ 9289846 w 9901550"/>
              <a:gd name="connsiteY495" fmla="*/ 1227085 h 5927527"/>
              <a:gd name="connsiteX496" fmla="*/ 8733341 w 9901550"/>
              <a:gd name="connsiteY496" fmla="*/ 1144925 h 5927527"/>
              <a:gd name="connsiteX497" fmla="*/ 8919484 w 9901550"/>
              <a:gd name="connsiteY497" fmla="*/ 1331069 h 5927527"/>
              <a:gd name="connsiteX498" fmla="*/ 8919483 w 9901550"/>
              <a:gd name="connsiteY498" fmla="*/ 1331072 h 5927527"/>
              <a:gd name="connsiteX499" fmla="*/ 8919484 w 9901550"/>
              <a:gd name="connsiteY499" fmla="*/ 1331076 h 5927527"/>
              <a:gd name="connsiteX500" fmla="*/ 8733341 w 9901550"/>
              <a:gd name="connsiteY500" fmla="*/ 1517219 h 5927527"/>
              <a:gd name="connsiteX501" fmla="*/ 8547197 w 9901550"/>
              <a:gd name="connsiteY501" fmla="*/ 1331076 h 5927527"/>
              <a:gd name="connsiteX502" fmla="*/ 8547198 w 9901550"/>
              <a:gd name="connsiteY502" fmla="*/ 1331072 h 5927527"/>
              <a:gd name="connsiteX503" fmla="*/ 8547197 w 9901550"/>
              <a:gd name="connsiteY503" fmla="*/ 1331069 h 5927527"/>
              <a:gd name="connsiteX504" fmla="*/ 8733341 w 9901550"/>
              <a:gd name="connsiteY504" fmla="*/ 1144925 h 5927527"/>
              <a:gd name="connsiteX505" fmla="*/ 9846351 w 9901550"/>
              <a:gd name="connsiteY505" fmla="*/ 721287 h 5927527"/>
              <a:gd name="connsiteX506" fmla="*/ 9899627 w 9901550"/>
              <a:gd name="connsiteY506" fmla="*/ 774563 h 5927527"/>
              <a:gd name="connsiteX507" fmla="*/ 9899626 w 9901550"/>
              <a:gd name="connsiteY507" fmla="*/ 774566 h 5927527"/>
              <a:gd name="connsiteX508" fmla="*/ 9899627 w 9901550"/>
              <a:gd name="connsiteY508" fmla="*/ 774569 h 5927527"/>
              <a:gd name="connsiteX509" fmla="*/ 9846351 w 9901550"/>
              <a:gd name="connsiteY509" fmla="*/ 827844 h 5927527"/>
              <a:gd name="connsiteX510" fmla="*/ 9793075 w 9901550"/>
              <a:gd name="connsiteY510" fmla="*/ 774569 h 5927527"/>
              <a:gd name="connsiteX511" fmla="*/ 9793076 w 9901550"/>
              <a:gd name="connsiteY511" fmla="*/ 774566 h 5927527"/>
              <a:gd name="connsiteX512" fmla="*/ 9793075 w 9901550"/>
              <a:gd name="connsiteY512" fmla="*/ 774563 h 5927527"/>
              <a:gd name="connsiteX513" fmla="*/ 9846351 w 9901550"/>
              <a:gd name="connsiteY513" fmla="*/ 721287 h 5927527"/>
              <a:gd name="connsiteX514" fmla="*/ 9289847 w 9901550"/>
              <a:gd name="connsiteY514" fmla="*/ 657747 h 5927527"/>
              <a:gd name="connsiteX515" fmla="*/ 9406667 w 9901550"/>
              <a:gd name="connsiteY515" fmla="*/ 774568 h 5927527"/>
              <a:gd name="connsiteX516" fmla="*/ 9406601 w 9901550"/>
              <a:gd name="connsiteY516" fmla="*/ 774885 h 5927527"/>
              <a:gd name="connsiteX517" fmla="*/ 9406667 w 9901550"/>
              <a:gd name="connsiteY517" fmla="*/ 775204 h 5927527"/>
              <a:gd name="connsiteX518" fmla="*/ 9289847 w 9901550"/>
              <a:gd name="connsiteY518" fmla="*/ 892025 h 5927527"/>
              <a:gd name="connsiteX519" fmla="*/ 9173025 w 9901550"/>
              <a:gd name="connsiteY519" fmla="*/ 775204 h 5927527"/>
              <a:gd name="connsiteX520" fmla="*/ 9173089 w 9901550"/>
              <a:gd name="connsiteY520" fmla="*/ 774886 h 5927527"/>
              <a:gd name="connsiteX521" fmla="*/ 9173025 w 9901550"/>
              <a:gd name="connsiteY521" fmla="*/ 774568 h 5927527"/>
              <a:gd name="connsiteX522" fmla="*/ 9289847 w 9901550"/>
              <a:gd name="connsiteY522" fmla="*/ 657747 h 5927527"/>
              <a:gd name="connsiteX523" fmla="*/ 8733165 w 9901550"/>
              <a:gd name="connsiteY523" fmla="*/ 568394 h 5927527"/>
              <a:gd name="connsiteX524" fmla="*/ 8738850 w 9901550"/>
              <a:gd name="connsiteY524" fmla="*/ 568939 h 5927527"/>
              <a:gd name="connsiteX525" fmla="*/ 8739361 w 9901550"/>
              <a:gd name="connsiteY525" fmla="*/ 568866 h 5927527"/>
              <a:gd name="connsiteX526" fmla="*/ 8742720 w 9901550"/>
              <a:gd name="connsiteY526" fmla="*/ 569310 h 5927527"/>
              <a:gd name="connsiteX527" fmla="*/ 8772517 w 9901550"/>
              <a:gd name="connsiteY527" fmla="*/ 572166 h 5927527"/>
              <a:gd name="connsiteX528" fmla="*/ 8779110 w 9901550"/>
              <a:gd name="connsiteY528" fmla="*/ 574120 h 5927527"/>
              <a:gd name="connsiteX529" fmla="*/ 8780734 w 9901550"/>
              <a:gd name="connsiteY529" fmla="*/ 574335 h 5927527"/>
              <a:gd name="connsiteX530" fmla="*/ 8786198 w 9901550"/>
              <a:gd name="connsiteY530" fmla="*/ 576220 h 5927527"/>
              <a:gd name="connsiteX531" fmla="*/ 8810698 w 9901550"/>
              <a:gd name="connsiteY531" fmla="*/ 583481 h 5927527"/>
              <a:gd name="connsiteX532" fmla="*/ 8817299 w 9901550"/>
              <a:gd name="connsiteY532" fmla="*/ 586955 h 5927527"/>
              <a:gd name="connsiteX533" fmla="*/ 8820184 w 9901550"/>
              <a:gd name="connsiteY533" fmla="*/ 587951 h 5927527"/>
              <a:gd name="connsiteX534" fmla="*/ 8828406 w 9901550"/>
              <a:gd name="connsiteY534" fmla="*/ 592800 h 5927527"/>
              <a:gd name="connsiteX535" fmla="*/ 8846535 w 9901550"/>
              <a:gd name="connsiteY535" fmla="*/ 602340 h 5927527"/>
              <a:gd name="connsiteX536" fmla="*/ 8851608 w 9901550"/>
              <a:gd name="connsiteY536" fmla="*/ 606484 h 5927527"/>
              <a:gd name="connsiteX537" fmla="*/ 8855065 w 9901550"/>
              <a:gd name="connsiteY537" fmla="*/ 608523 h 5927527"/>
              <a:gd name="connsiteX538" fmla="*/ 8858018 w 9901550"/>
              <a:gd name="connsiteY538" fmla="*/ 611719 h 5927527"/>
              <a:gd name="connsiteX539" fmla="*/ 8878857 w 9901550"/>
              <a:gd name="connsiteY539" fmla="*/ 628742 h 5927527"/>
              <a:gd name="connsiteX540" fmla="*/ 8891949 w 9901550"/>
              <a:gd name="connsiteY540" fmla="*/ 648458 h 5927527"/>
              <a:gd name="connsiteX541" fmla="*/ 8908655 w 9901550"/>
              <a:gd name="connsiteY541" fmla="*/ 666546 h 5927527"/>
              <a:gd name="connsiteX542" fmla="*/ 8914857 w 9901550"/>
              <a:gd name="connsiteY542" fmla="*/ 682955 h 5927527"/>
              <a:gd name="connsiteX543" fmla="*/ 8924117 w 9901550"/>
              <a:gd name="connsiteY543" fmla="*/ 696901 h 5927527"/>
              <a:gd name="connsiteX544" fmla="*/ 8928352 w 9901550"/>
              <a:gd name="connsiteY544" fmla="*/ 718665 h 5927527"/>
              <a:gd name="connsiteX545" fmla="*/ 8936578 w 9901550"/>
              <a:gd name="connsiteY545" fmla="*/ 740430 h 5927527"/>
              <a:gd name="connsiteX546" fmla="*/ 8938781 w 9901550"/>
              <a:gd name="connsiteY546" fmla="*/ 772260 h 5927527"/>
              <a:gd name="connsiteX547" fmla="*/ 8939204 w 9901550"/>
              <a:gd name="connsiteY547" fmla="*/ 774434 h 5927527"/>
              <a:gd name="connsiteX548" fmla="*/ 8939003 w 9901550"/>
              <a:gd name="connsiteY548" fmla="*/ 775467 h 5927527"/>
              <a:gd name="connsiteX549" fmla="*/ 8939374 w 9901550"/>
              <a:gd name="connsiteY549" fmla="*/ 780829 h 5927527"/>
              <a:gd name="connsiteX550" fmla="*/ 8933906 w 9901550"/>
              <a:gd name="connsiteY550" fmla="*/ 822202 h 5927527"/>
              <a:gd name="connsiteX551" fmla="*/ 8926978 w 9901550"/>
              <a:gd name="connsiteY551" fmla="*/ 837265 h 5927527"/>
              <a:gd name="connsiteX552" fmla="*/ 8924117 w 9901550"/>
              <a:gd name="connsiteY552" fmla="*/ 851967 h 5927527"/>
              <a:gd name="connsiteX553" fmla="*/ 8911425 w 9901550"/>
              <a:gd name="connsiteY553" fmla="*/ 871080 h 5927527"/>
              <a:gd name="connsiteX554" fmla="*/ 8899718 w 9901550"/>
              <a:gd name="connsiteY554" fmla="*/ 896533 h 5927527"/>
              <a:gd name="connsiteX555" fmla="*/ 8886283 w 9901550"/>
              <a:gd name="connsiteY555" fmla="*/ 908942 h 5927527"/>
              <a:gd name="connsiteX556" fmla="*/ 8878856 w 9901550"/>
              <a:gd name="connsiteY556" fmla="*/ 920126 h 5927527"/>
              <a:gd name="connsiteX557" fmla="*/ 8846534 w 9901550"/>
              <a:gd name="connsiteY557" fmla="*/ 946528 h 5927527"/>
              <a:gd name="connsiteX558" fmla="*/ 8844334 w 9901550"/>
              <a:gd name="connsiteY558" fmla="*/ 947686 h 5927527"/>
              <a:gd name="connsiteX559" fmla="*/ 8841695 w 9901550"/>
              <a:gd name="connsiteY559" fmla="*/ 950123 h 5927527"/>
              <a:gd name="connsiteX560" fmla="*/ 8767810 w 9901550"/>
              <a:gd name="connsiteY560" fmla="*/ 978046 h 5927527"/>
              <a:gd name="connsiteX561" fmla="*/ 8734266 w 9901550"/>
              <a:gd name="connsiteY561" fmla="*/ 980368 h 5927527"/>
              <a:gd name="connsiteX562" fmla="*/ 8733165 w 9901550"/>
              <a:gd name="connsiteY562" fmla="*/ 980473 h 5927527"/>
              <a:gd name="connsiteX563" fmla="*/ 8732987 w 9901550"/>
              <a:gd name="connsiteY563" fmla="*/ 980456 h 5927527"/>
              <a:gd name="connsiteX564" fmla="*/ 8727412 w 9901550"/>
              <a:gd name="connsiteY564" fmla="*/ 980842 h 5927527"/>
              <a:gd name="connsiteX565" fmla="*/ 8702082 w 9901550"/>
              <a:gd name="connsiteY565" fmla="*/ 977494 h 5927527"/>
              <a:gd name="connsiteX566" fmla="*/ 8693812 w 9901550"/>
              <a:gd name="connsiteY566" fmla="*/ 976701 h 5927527"/>
              <a:gd name="connsiteX567" fmla="*/ 8691982 w 9901550"/>
              <a:gd name="connsiteY567" fmla="*/ 976159 h 5927527"/>
              <a:gd name="connsiteX568" fmla="*/ 8686038 w 9901550"/>
              <a:gd name="connsiteY568" fmla="*/ 975373 h 5927527"/>
              <a:gd name="connsiteX569" fmla="*/ 8666035 w 9901550"/>
              <a:gd name="connsiteY569" fmla="*/ 968469 h 5927527"/>
              <a:gd name="connsiteX570" fmla="*/ 8655632 w 9901550"/>
              <a:gd name="connsiteY570" fmla="*/ 965386 h 5927527"/>
              <a:gd name="connsiteX571" fmla="*/ 8652829 w 9901550"/>
              <a:gd name="connsiteY571" fmla="*/ 963911 h 5927527"/>
              <a:gd name="connsiteX572" fmla="*/ 8646588 w 9901550"/>
              <a:gd name="connsiteY572" fmla="*/ 961757 h 5927527"/>
              <a:gd name="connsiteX573" fmla="*/ 8628806 w 9901550"/>
              <a:gd name="connsiteY573" fmla="*/ 951270 h 5927527"/>
              <a:gd name="connsiteX574" fmla="*/ 8619795 w 9901550"/>
              <a:gd name="connsiteY574" fmla="*/ 946528 h 5927527"/>
              <a:gd name="connsiteX575" fmla="*/ 8617273 w 9901550"/>
              <a:gd name="connsiteY575" fmla="*/ 944468 h 5927527"/>
              <a:gd name="connsiteX576" fmla="*/ 8611707 w 9901550"/>
              <a:gd name="connsiteY576" fmla="*/ 941186 h 5927527"/>
              <a:gd name="connsiteX577" fmla="*/ 8606954 w 9901550"/>
              <a:gd name="connsiteY577" fmla="*/ 936039 h 5927527"/>
              <a:gd name="connsiteX578" fmla="*/ 8587473 w 9901550"/>
              <a:gd name="connsiteY578" fmla="*/ 920126 h 5927527"/>
              <a:gd name="connsiteX579" fmla="*/ 8575234 w 9901550"/>
              <a:gd name="connsiteY579" fmla="*/ 901695 h 5927527"/>
              <a:gd name="connsiteX580" fmla="*/ 8558117 w 9901550"/>
              <a:gd name="connsiteY580" fmla="*/ 883162 h 5927527"/>
              <a:gd name="connsiteX581" fmla="*/ 8551763 w 9901550"/>
              <a:gd name="connsiteY581" fmla="*/ 866350 h 5927527"/>
              <a:gd name="connsiteX582" fmla="*/ 8542212 w 9901550"/>
              <a:gd name="connsiteY582" fmla="*/ 851967 h 5927527"/>
              <a:gd name="connsiteX583" fmla="*/ 8537844 w 9901550"/>
              <a:gd name="connsiteY583" fmla="*/ 829519 h 5927527"/>
              <a:gd name="connsiteX584" fmla="*/ 8530194 w 9901550"/>
              <a:gd name="connsiteY584" fmla="*/ 809278 h 5927527"/>
              <a:gd name="connsiteX585" fmla="*/ 8528145 w 9901550"/>
              <a:gd name="connsiteY585" fmla="*/ 779677 h 5927527"/>
              <a:gd name="connsiteX586" fmla="*/ 8527125 w 9901550"/>
              <a:gd name="connsiteY586" fmla="*/ 774434 h 5927527"/>
              <a:gd name="connsiteX587" fmla="*/ 8527610 w 9901550"/>
              <a:gd name="connsiteY587" fmla="*/ 771942 h 5927527"/>
              <a:gd name="connsiteX588" fmla="*/ 8527398 w 9901550"/>
              <a:gd name="connsiteY588" fmla="*/ 768879 h 5927527"/>
              <a:gd name="connsiteX589" fmla="*/ 8532866 w 9901550"/>
              <a:gd name="connsiteY589" fmla="*/ 727506 h 5927527"/>
              <a:gd name="connsiteX590" fmla="*/ 8539052 w 9901550"/>
              <a:gd name="connsiteY590" fmla="*/ 713137 h 5927527"/>
              <a:gd name="connsiteX591" fmla="*/ 8542212 w 9901550"/>
              <a:gd name="connsiteY591" fmla="*/ 696901 h 5927527"/>
              <a:gd name="connsiteX592" fmla="*/ 8553108 w 9901550"/>
              <a:gd name="connsiteY592" fmla="*/ 680492 h 5927527"/>
              <a:gd name="connsiteX593" fmla="*/ 8561314 w 9901550"/>
              <a:gd name="connsiteY593" fmla="*/ 661433 h 5927527"/>
              <a:gd name="connsiteX594" fmla="*/ 8576600 w 9901550"/>
              <a:gd name="connsiteY594" fmla="*/ 645115 h 5927527"/>
              <a:gd name="connsiteX595" fmla="*/ 8587472 w 9901550"/>
              <a:gd name="connsiteY595" fmla="*/ 628742 h 5927527"/>
              <a:gd name="connsiteX596" fmla="*/ 8606485 w 9901550"/>
              <a:gd name="connsiteY596" fmla="*/ 613212 h 5927527"/>
              <a:gd name="connsiteX597" fmla="*/ 8608773 w 9901550"/>
              <a:gd name="connsiteY597" fmla="*/ 610769 h 5927527"/>
              <a:gd name="connsiteX598" fmla="*/ 8610724 w 9901550"/>
              <a:gd name="connsiteY598" fmla="*/ 609749 h 5927527"/>
              <a:gd name="connsiteX599" fmla="*/ 8619794 w 9901550"/>
              <a:gd name="connsiteY599" fmla="*/ 602340 h 5927527"/>
              <a:gd name="connsiteX600" fmla="*/ 8655631 w 9901550"/>
              <a:gd name="connsiteY600" fmla="*/ 583481 h 5927527"/>
              <a:gd name="connsiteX601" fmla="*/ 8667964 w 9901550"/>
              <a:gd name="connsiteY601" fmla="*/ 579826 h 5927527"/>
              <a:gd name="connsiteX602" fmla="*/ 8669903 w 9901550"/>
              <a:gd name="connsiteY602" fmla="*/ 578812 h 5927527"/>
              <a:gd name="connsiteX603" fmla="*/ 8672770 w 9901550"/>
              <a:gd name="connsiteY603" fmla="*/ 578402 h 5927527"/>
              <a:gd name="connsiteX604" fmla="*/ 8693812 w 9901550"/>
              <a:gd name="connsiteY604" fmla="*/ 572166 h 5927527"/>
              <a:gd name="connsiteX605" fmla="*/ 8733165 w 9901550"/>
              <a:gd name="connsiteY605" fmla="*/ 568394 h 5927527"/>
              <a:gd name="connsiteX606" fmla="*/ 9846351 w 9901550"/>
              <a:gd name="connsiteY606" fmla="*/ 162856 h 5927527"/>
              <a:gd name="connsiteX607" fmla="*/ 9897259 w 9901550"/>
              <a:gd name="connsiteY607" fmla="*/ 196434 h 5927527"/>
              <a:gd name="connsiteX608" fmla="*/ 9901550 w 9901550"/>
              <a:gd name="connsiteY608" fmla="*/ 218047 h 5927527"/>
              <a:gd name="connsiteX609" fmla="*/ 9901550 w 9901550"/>
              <a:gd name="connsiteY609" fmla="*/ 218073 h 5927527"/>
              <a:gd name="connsiteX610" fmla="*/ 9897259 w 9901550"/>
              <a:gd name="connsiteY610" fmla="*/ 239415 h 5927527"/>
              <a:gd name="connsiteX611" fmla="*/ 9846351 w 9901550"/>
              <a:gd name="connsiteY611" fmla="*/ 273264 h 5927527"/>
              <a:gd name="connsiteX612" fmla="*/ 9842370 w 9901550"/>
              <a:gd name="connsiteY612" fmla="*/ 272457 h 5927527"/>
              <a:gd name="connsiteX613" fmla="*/ 9824999 w 9901550"/>
              <a:gd name="connsiteY613" fmla="*/ 268965 h 5927527"/>
              <a:gd name="connsiteX614" fmla="*/ 9824937 w 9901550"/>
              <a:gd name="connsiteY614" fmla="*/ 268924 h 5927527"/>
              <a:gd name="connsiteX615" fmla="*/ 9824728 w 9901550"/>
              <a:gd name="connsiteY615" fmla="*/ 268881 h 5927527"/>
              <a:gd name="connsiteX616" fmla="*/ 9814698 w 9901550"/>
              <a:gd name="connsiteY616" fmla="*/ 262071 h 5927527"/>
              <a:gd name="connsiteX617" fmla="*/ 9807437 w 9901550"/>
              <a:gd name="connsiteY617" fmla="*/ 257211 h 5927527"/>
              <a:gd name="connsiteX618" fmla="*/ 9807348 w 9901550"/>
              <a:gd name="connsiteY618" fmla="*/ 257080 h 5927527"/>
              <a:gd name="connsiteX619" fmla="*/ 9807197 w 9901550"/>
              <a:gd name="connsiteY619" fmla="*/ 256977 h 5927527"/>
              <a:gd name="connsiteX620" fmla="*/ 9801574 w 9901550"/>
              <a:gd name="connsiteY620" fmla="*/ 248576 h 5927527"/>
              <a:gd name="connsiteX621" fmla="*/ 9795533 w 9901550"/>
              <a:gd name="connsiteY621" fmla="*/ 239680 h 5927527"/>
              <a:gd name="connsiteX622" fmla="*/ 9795495 w 9901550"/>
              <a:gd name="connsiteY622" fmla="*/ 239494 h 5927527"/>
              <a:gd name="connsiteX623" fmla="*/ 9795442 w 9901550"/>
              <a:gd name="connsiteY623" fmla="*/ 239415 h 5927527"/>
              <a:gd name="connsiteX624" fmla="*/ 9791150 w 9901550"/>
              <a:gd name="connsiteY624" fmla="*/ 218063 h 5927527"/>
              <a:gd name="connsiteX625" fmla="*/ 9791151 w 9901550"/>
              <a:gd name="connsiteY625" fmla="*/ 218060 h 5927527"/>
              <a:gd name="connsiteX626" fmla="*/ 9791150 w 9901550"/>
              <a:gd name="connsiteY626" fmla="*/ 218057 h 5927527"/>
              <a:gd name="connsiteX627" fmla="*/ 9795442 w 9901550"/>
              <a:gd name="connsiteY627" fmla="*/ 196704 h 5927527"/>
              <a:gd name="connsiteX628" fmla="*/ 9795495 w 9901550"/>
              <a:gd name="connsiteY628" fmla="*/ 196626 h 5927527"/>
              <a:gd name="connsiteX629" fmla="*/ 9795533 w 9901550"/>
              <a:gd name="connsiteY629" fmla="*/ 196440 h 5927527"/>
              <a:gd name="connsiteX630" fmla="*/ 9801568 w 9901550"/>
              <a:gd name="connsiteY630" fmla="*/ 187552 h 5927527"/>
              <a:gd name="connsiteX631" fmla="*/ 9807197 w 9901550"/>
              <a:gd name="connsiteY631" fmla="*/ 179143 h 5927527"/>
              <a:gd name="connsiteX632" fmla="*/ 9807349 w 9901550"/>
              <a:gd name="connsiteY632" fmla="*/ 179040 h 5927527"/>
              <a:gd name="connsiteX633" fmla="*/ 9807437 w 9901550"/>
              <a:gd name="connsiteY633" fmla="*/ 178909 h 5927527"/>
              <a:gd name="connsiteX634" fmla="*/ 9814685 w 9901550"/>
              <a:gd name="connsiteY634" fmla="*/ 174058 h 5927527"/>
              <a:gd name="connsiteX635" fmla="*/ 9824728 w 9901550"/>
              <a:gd name="connsiteY635" fmla="*/ 167238 h 5927527"/>
              <a:gd name="connsiteX636" fmla="*/ 9824937 w 9901550"/>
              <a:gd name="connsiteY636" fmla="*/ 167196 h 5927527"/>
              <a:gd name="connsiteX637" fmla="*/ 9824999 w 9901550"/>
              <a:gd name="connsiteY637" fmla="*/ 167155 h 5927527"/>
              <a:gd name="connsiteX638" fmla="*/ 9842295 w 9901550"/>
              <a:gd name="connsiteY638" fmla="*/ 163678 h 5927527"/>
              <a:gd name="connsiteX639" fmla="*/ 9289846 w 9901550"/>
              <a:gd name="connsiteY639" fmla="*/ 94817 h 5927527"/>
              <a:gd name="connsiteX640" fmla="*/ 9413086 w 9901550"/>
              <a:gd name="connsiteY640" fmla="*/ 218057 h 5927527"/>
              <a:gd name="connsiteX641" fmla="*/ 9413085 w 9901550"/>
              <a:gd name="connsiteY641" fmla="*/ 218060 h 5927527"/>
              <a:gd name="connsiteX642" fmla="*/ 9413086 w 9901550"/>
              <a:gd name="connsiteY642" fmla="*/ 218064 h 5927527"/>
              <a:gd name="connsiteX643" fmla="*/ 9289846 w 9901550"/>
              <a:gd name="connsiteY643" fmla="*/ 341304 h 5927527"/>
              <a:gd name="connsiteX644" fmla="*/ 9166606 w 9901550"/>
              <a:gd name="connsiteY644" fmla="*/ 218064 h 5927527"/>
              <a:gd name="connsiteX645" fmla="*/ 9166607 w 9901550"/>
              <a:gd name="connsiteY645" fmla="*/ 218060 h 5927527"/>
              <a:gd name="connsiteX646" fmla="*/ 9166606 w 9901550"/>
              <a:gd name="connsiteY646" fmla="*/ 218057 h 5927527"/>
              <a:gd name="connsiteX647" fmla="*/ 9289846 w 9901550"/>
              <a:gd name="connsiteY647" fmla="*/ 94817 h 5927527"/>
              <a:gd name="connsiteX648" fmla="*/ 8726879 w 9901550"/>
              <a:gd name="connsiteY648" fmla="*/ 5061 h 5927527"/>
              <a:gd name="connsiteX649" fmla="*/ 8732902 w 9901550"/>
              <a:gd name="connsiteY649" fmla="*/ 5478 h 5927527"/>
              <a:gd name="connsiteX650" fmla="*/ 8733282 w 9901550"/>
              <a:gd name="connsiteY650" fmla="*/ 5442 h 5927527"/>
              <a:gd name="connsiteX651" fmla="*/ 8735639 w 9901550"/>
              <a:gd name="connsiteY651" fmla="*/ 5668 h 5927527"/>
              <a:gd name="connsiteX652" fmla="*/ 8768536 w 9901550"/>
              <a:gd name="connsiteY652" fmla="*/ 7945 h 5927527"/>
              <a:gd name="connsiteX653" fmla="*/ 8773514 w 9901550"/>
              <a:gd name="connsiteY653" fmla="*/ 9298 h 5927527"/>
              <a:gd name="connsiteX654" fmla="*/ 8773860 w 9901550"/>
              <a:gd name="connsiteY654" fmla="*/ 9331 h 5927527"/>
              <a:gd name="connsiteX655" fmla="*/ 8776342 w 9901550"/>
              <a:gd name="connsiteY655" fmla="*/ 10066 h 5927527"/>
              <a:gd name="connsiteX656" fmla="*/ 8808159 w 9901550"/>
              <a:gd name="connsiteY656" fmla="*/ 18715 h 5927527"/>
              <a:gd name="connsiteX657" fmla="*/ 8812132 w 9901550"/>
              <a:gd name="connsiteY657" fmla="*/ 20673 h 5927527"/>
              <a:gd name="connsiteX658" fmla="*/ 8813230 w 9901550"/>
              <a:gd name="connsiteY658" fmla="*/ 20999 h 5927527"/>
              <a:gd name="connsiteX659" fmla="*/ 8819708 w 9901550"/>
              <a:gd name="connsiteY659" fmla="*/ 24407 h 5927527"/>
              <a:gd name="connsiteX660" fmla="*/ 8844722 w 9901550"/>
              <a:gd name="connsiteY660" fmla="*/ 36737 h 5927527"/>
              <a:gd name="connsiteX661" fmla="*/ 8846819 w 9901550"/>
              <a:gd name="connsiteY661" fmla="*/ 38674 h 5927527"/>
              <a:gd name="connsiteX662" fmla="*/ 8850184 w 9901550"/>
              <a:gd name="connsiteY662" fmla="*/ 40445 h 5927527"/>
              <a:gd name="connsiteX663" fmla="*/ 8883512 w 9901550"/>
              <a:gd name="connsiteY663" fmla="*/ 67669 h 5927527"/>
              <a:gd name="connsiteX664" fmla="*/ 8891917 w 9901550"/>
              <a:gd name="connsiteY664" fmla="*/ 80327 h 5927527"/>
              <a:gd name="connsiteX665" fmla="*/ 8904553 w 9901550"/>
              <a:gd name="connsiteY665" fmla="*/ 91997 h 5927527"/>
              <a:gd name="connsiteX666" fmla="*/ 8915563 w 9901550"/>
              <a:gd name="connsiteY666" fmla="*/ 115935 h 5927527"/>
              <a:gd name="connsiteX667" fmla="*/ 8930183 w 9901550"/>
              <a:gd name="connsiteY667" fmla="*/ 137952 h 5927527"/>
              <a:gd name="connsiteX668" fmla="*/ 8933479 w 9901550"/>
              <a:gd name="connsiteY668" fmla="*/ 154886 h 5927527"/>
              <a:gd name="connsiteX669" fmla="*/ 8939806 w 9901550"/>
              <a:gd name="connsiteY669" fmla="*/ 168642 h 5927527"/>
              <a:gd name="connsiteX670" fmla="*/ 8945445 w 9901550"/>
              <a:gd name="connsiteY670" fmla="*/ 211305 h 5927527"/>
              <a:gd name="connsiteX671" fmla="*/ 8945186 w 9901550"/>
              <a:gd name="connsiteY671" fmla="*/ 215047 h 5927527"/>
              <a:gd name="connsiteX672" fmla="*/ 8945741 w 9901550"/>
              <a:gd name="connsiteY672" fmla="*/ 217900 h 5927527"/>
              <a:gd name="connsiteX673" fmla="*/ 8944573 w 9901550"/>
              <a:gd name="connsiteY673" fmla="*/ 223902 h 5927527"/>
              <a:gd name="connsiteX674" fmla="*/ 8942561 w 9901550"/>
              <a:gd name="connsiteY674" fmla="*/ 252962 h 5927527"/>
              <a:gd name="connsiteX675" fmla="*/ 8935051 w 9901550"/>
              <a:gd name="connsiteY675" fmla="*/ 272834 h 5927527"/>
              <a:gd name="connsiteX676" fmla="*/ 8930184 w 9901550"/>
              <a:gd name="connsiteY676" fmla="*/ 297848 h 5927527"/>
              <a:gd name="connsiteX677" fmla="*/ 8919541 w 9901550"/>
              <a:gd name="connsiteY677" fmla="*/ 313876 h 5927527"/>
              <a:gd name="connsiteX678" fmla="*/ 8913769 w 9901550"/>
              <a:gd name="connsiteY678" fmla="*/ 329149 h 5927527"/>
              <a:gd name="connsiteX679" fmla="*/ 8898219 w 9901550"/>
              <a:gd name="connsiteY679" fmla="*/ 345985 h 5927527"/>
              <a:gd name="connsiteX680" fmla="*/ 8883513 w 9901550"/>
              <a:gd name="connsiteY680" fmla="*/ 368131 h 5927527"/>
              <a:gd name="connsiteX681" fmla="*/ 8860106 w 9901550"/>
              <a:gd name="connsiteY681" fmla="*/ 387251 h 5927527"/>
              <a:gd name="connsiteX682" fmla="*/ 8858509 w 9901550"/>
              <a:gd name="connsiteY682" fmla="*/ 388980 h 5927527"/>
              <a:gd name="connsiteX683" fmla="*/ 8856639 w 9901550"/>
              <a:gd name="connsiteY683" fmla="*/ 390083 h 5927527"/>
              <a:gd name="connsiteX684" fmla="*/ 8850184 w 9901550"/>
              <a:gd name="connsiteY684" fmla="*/ 395355 h 5927527"/>
              <a:gd name="connsiteX685" fmla="*/ 8827118 w 9901550"/>
              <a:gd name="connsiteY685" fmla="*/ 407493 h 5927527"/>
              <a:gd name="connsiteX686" fmla="*/ 8822541 w 9901550"/>
              <a:gd name="connsiteY686" fmla="*/ 410192 h 5927527"/>
              <a:gd name="connsiteX687" fmla="*/ 8820935 w 9901550"/>
              <a:gd name="connsiteY687" fmla="*/ 410747 h 5927527"/>
              <a:gd name="connsiteX688" fmla="*/ 8813231 w 9901550"/>
              <a:gd name="connsiteY688" fmla="*/ 414801 h 5927527"/>
              <a:gd name="connsiteX689" fmla="*/ 8784638 w 9901550"/>
              <a:gd name="connsiteY689" fmla="*/ 423275 h 5927527"/>
              <a:gd name="connsiteX690" fmla="*/ 8781862 w 9901550"/>
              <a:gd name="connsiteY690" fmla="*/ 424233 h 5927527"/>
              <a:gd name="connsiteX691" fmla="*/ 8781037 w 9901550"/>
              <a:gd name="connsiteY691" fmla="*/ 424342 h 5927527"/>
              <a:gd name="connsiteX692" fmla="*/ 8773861 w 9901550"/>
              <a:gd name="connsiteY692" fmla="*/ 426469 h 5927527"/>
              <a:gd name="connsiteX693" fmla="*/ 8741428 w 9901550"/>
              <a:gd name="connsiteY693" fmla="*/ 429577 h 5927527"/>
              <a:gd name="connsiteX694" fmla="*/ 8739200 w 9901550"/>
              <a:gd name="connsiteY694" fmla="*/ 429872 h 5927527"/>
              <a:gd name="connsiteX695" fmla="*/ 8738709 w 9901550"/>
              <a:gd name="connsiteY695" fmla="*/ 429838 h 5927527"/>
              <a:gd name="connsiteX696" fmla="*/ 8733283 w 9901550"/>
              <a:gd name="connsiteY696" fmla="*/ 430358 h 5927527"/>
              <a:gd name="connsiteX697" fmla="*/ 8699647 w 9901550"/>
              <a:gd name="connsiteY697" fmla="*/ 427134 h 5927527"/>
              <a:gd name="connsiteX698" fmla="*/ 8697543 w 9901550"/>
              <a:gd name="connsiteY698" fmla="*/ 426988 h 5927527"/>
              <a:gd name="connsiteX699" fmla="*/ 8697225 w 9901550"/>
              <a:gd name="connsiteY699" fmla="*/ 426902 h 5927527"/>
              <a:gd name="connsiteX700" fmla="*/ 8692704 w 9901550"/>
              <a:gd name="connsiteY700" fmla="*/ 426469 h 5927527"/>
              <a:gd name="connsiteX701" fmla="*/ 8660296 w 9901550"/>
              <a:gd name="connsiteY701" fmla="*/ 416864 h 5927527"/>
              <a:gd name="connsiteX702" fmla="*/ 8657920 w 9901550"/>
              <a:gd name="connsiteY702" fmla="*/ 416218 h 5927527"/>
              <a:gd name="connsiteX703" fmla="*/ 8657623 w 9901550"/>
              <a:gd name="connsiteY703" fmla="*/ 416072 h 5927527"/>
              <a:gd name="connsiteX704" fmla="*/ 8653334 w 9901550"/>
              <a:gd name="connsiteY704" fmla="*/ 414801 h 5927527"/>
              <a:gd name="connsiteX705" fmla="*/ 8628036 w 9901550"/>
              <a:gd name="connsiteY705" fmla="*/ 401488 h 5927527"/>
              <a:gd name="connsiteX706" fmla="*/ 8621357 w 9901550"/>
              <a:gd name="connsiteY706" fmla="*/ 398196 h 5927527"/>
              <a:gd name="connsiteX707" fmla="*/ 8620797 w 9901550"/>
              <a:gd name="connsiteY707" fmla="*/ 397678 h 5927527"/>
              <a:gd name="connsiteX708" fmla="*/ 8616381 w 9901550"/>
              <a:gd name="connsiteY708" fmla="*/ 395354 h 5927527"/>
              <a:gd name="connsiteX709" fmla="*/ 8583052 w 9901550"/>
              <a:gd name="connsiteY709" fmla="*/ 368130 h 5927527"/>
              <a:gd name="connsiteX710" fmla="*/ 8573928 w 9901550"/>
              <a:gd name="connsiteY710" fmla="*/ 354390 h 5927527"/>
              <a:gd name="connsiteX711" fmla="*/ 8561526 w 9901550"/>
              <a:gd name="connsiteY711" fmla="*/ 342936 h 5927527"/>
              <a:gd name="connsiteX712" fmla="*/ 8550719 w 9901550"/>
              <a:gd name="connsiteY712" fmla="*/ 319439 h 5927527"/>
              <a:gd name="connsiteX713" fmla="*/ 8536381 w 9901550"/>
              <a:gd name="connsiteY713" fmla="*/ 297848 h 5927527"/>
              <a:gd name="connsiteX714" fmla="*/ 8533150 w 9901550"/>
              <a:gd name="connsiteY714" fmla="*/ 281241 h 5927527"/>
              <a:gd name="connsiteX715" fmla="*/ 8526273 w 9901550"/>
              <a:gd name="connsiteY715" fmla="*/ 266289 h 5927527"/>
              <a:gd name="connsiteX716" fmla="*/ 8520634 w 9901550"/>
              <a:gd name="connsiteY716" fmla="*/ 223627 h 5927527"/>
              <a:gd name="connsiteX717" fmla="*/ 8520977 w 9901550"/>
              <a:gd name="connsiteY717" fmla="*/ 218681 h 5927527"/>
              <a:gd name="connsiteX718" fmla="*/ 8520825 w 9901550"/>
              <a:gd name="connsiteY718" fmla="*/ 217900 h 5927527"/>
              <a:gd name="connsiteX719" fmla="*/ 8521144 w 9901550"/>
              <a:gd name="connsiteY719" fmla="*/ 216256 h 5927527"/>
              <a:gd name="connsiteX720" fmla="*/ 8523518 w 9901550"/>
              <a:gd name="connsiteY720" fmla="*/ 181970 h 5927527"/>
              <a:gd name="connsiteX721" fmla="*/ 8532378 w 9901550"/>
              <a:gd name="connsiteY721" fmla="*/ 158525 h 5927527"/>
              <a:gd name="connsiteX722" fmla="*/ 8536381 w 9901550"/>
              <a:gd name="connsiteY722" fmla="*/ 137951 h 5927527"/>
              <a:gd name="connsiteX723" fmla="*/ 8545135 w 9901550"/>
              <a:gd name="connsiteY723" fmla="*/ 124769 h 5927527"/>
              <a:gd name="connsiteX724" fmla="*/ 8552310 w 9901550"/>
              <a:gd name="connsiteY724" fmla="*/ 105784 h 5927527"/>
              <a:gd name="connsiteX725" fmla="*/ 8571639 w 9901550"/>
              <a:gd name="connsiteY725" fmla="*/ 84856 h 5927527"/>
              <a:gd name="connsiteX726" fmla="*/ 8583052 w 9901550"/>
              <a:gd name="connsiteY726" fmla="*/ 67669 h 5927527"/>
              <a:gd name="connsiteX727" fmla="*/ 8601218 w 9901550"/>
              <a:gd name="connsiteY727" fmla="*/ 52830 h 5927527"/>
              <a:gd name="connsiteX728" fmla="*/ 8607570 w 9901550"/>
              <a:gd name="connsiteY728" fmla="*/ 45953 h 5927527"/>
              <a:gd name="connsiteX729" fmla="*/ 8615007 w 9901550"/>
              <a:gd name="connsiteY729" fmla="*/ 41567 h 5927527"/>
              <a:gd name="connsiteX730" fmla="*/ 8616381 w 9901550"/>
              <a:gd name="connsiteY730" fmla="*/ 40445 h 5927527"/>
              <a:gd name="connsiteX731" fmla="*/ 8621291 w 9901550"/>
              <a:gd name="connsiteY731" fmla="*/ 37861 h 5927527"/>
              <a:gd name="connsiteX732" fmla="*/ 8643537 w 9901550"/>
              <a:gd name="connsiteY732" fmla="*/ 24741 h 5927527"/>
              <a:gd name="connsiteX733" fmla="*/ 8651343 w 9901550"/>
              <a:gd name="connsiteY733" fmla="*/ 22046 h 5927527"/>
              <a:gd name="connsiteX734" fmla="*/ 8653334 w 9901550"/>
              <a:gd name="connsiteY734" fmla="*/ 20998 h 5927527"/>
              <a:gd name="connsiteX735" fmla="*/ 8660724 w 9901550"/>
              <a:gd name="connsiteY735" fmla="*/ 18809 h 5927527"/>
              <a:gd name="connsiteX736" fmla="*/ 8684216 w 9901550"/>
              <a:gd name="connsiteY736" fmla="*/ 10700 h 5927527"/>
              <a:gd name="connsiteX737" fmla="*/ 8691197 w 9901550"/>
              <a:gd name="connsiteY737" fmla="*/ 9777 h 5927527"/>
              <a:gd name="connsiteX738" fmla="*/ 8692704 w 9901550"/>
              <a:gd name="connsiteY738" fmla="*/ 9331 h 5927527"/>
              <a:gd name="connsiteX739" fmla="*/ 8699514 w 9901550"/>
              <a:gd name="connsiteY739" fmla="*/ 8678 h 5927527"/>
              <a:gd name="connsiteX740" fmla="*/ 0 w 9901550"/>
              <a:gd name="connsiteY740" fmla="*/ 0 h 5927527"/>
              <a:gd name="connsiteX741" fmla="*/ 8399148 w 9901550"/>
              <a:gd name="connsiteY741" fmla="*/ 0 h 5927527"/>
              <a:gd name="connsiteX742" fmla="*/ 8442653 w 9901550"/>
              <a:gd name="connsiteY742" fmla="*/ 52212 h 5927527"/>
              <a:gd name="connsiteX743" fmla="*/ 8490071 w 9901550"/>
              <a:gd name="connsiteY743" fmla="*/ 218056 h 5927527"/>
              <a:gd name="connsiteX744" fmla="*/ 8315481 w 9901550"/>
              <a:gd name="connsiteY744" fmla="*/ 496629 h 5927527"/>
              <a:gd name="connsiteX745" fmla="*/ 8484936 w 9901550"/>
              <a:gd name="connsiteY745" fmla="*/ 771993 h 5927527"/>
              <a:gd name="connsiteX746" fmla="*/ 8280820 w 9901550"/>
              <a:gd name="connsiteY746" fmla="*/ 1062120 h 5927527"/>
              <a:gd name="connsiteX747" fmla="*/ 8463112 w 9901550"/>
              <a:gd name="connsiteY747" fmla="*/ 1328498 h 5927527"/>
              <a:gd name="connsiteX748" fmla="*/ 8176837 w 9901550"/>
              <a:gd name="connsiteY748" fmla="*/ 1614774 h 5927527"/>
              <a:gd name="connsiteX749" fmla="*/ 7950897 w 9901550"/>
              <a:gd name="connsiteY749" fmla="*/ 1503730 h 5927527"/>
              <a:gd name="connsiteX750" fmla="*/ 7846913 w 9901550"/>
              <a:gd name="connsiteY750" fmla="*/ 1626328 h 5927527"/>
              <a:gd name="connsiteX751" fmla="*/ 7946404 w 9901550"/>
              <a:gd name="connsiteY751" fmla="*/ 1775243 h 5927527"/>
              <a:gd name="connsiteX752" fmla="*/ 8176837 w 9901550"/>
              <a:gd name="connsiteY752" fmla="*/ 1629537 h 5927527"/>
              <a:gd name="connsiteX753" fmla="*/ 8432302 w 9901550"/>
              <a:gd name="connsiteY753" fmla="*/ 1885003 h 5927527"/>
              <a:gd name="connsiteX754" fmla="*/ 8176837 w 9901550"/>
              <a:gd name="connsiteY754" fmla="*/ 2140469 h 5927527"/>
              <a:gd name="connsiteX755" fmla="*/ 7946404 w 9901550"/>
              <a:gd name="connsiteY755" fmla="*/ 1994764 h 5927527"/>
              <a:gd name="connsiteX756" fmla="*/ 7786577 w 9901550"/>
              <a:gd name="connsiteY756" fmla="*/ 2186684 h 5927527"/>
              <a:gd name="connsiteX757" fmla="*/ 7925222 w 9901550"/>
              <a:gd name="connsiteY757" fmla="*/ 2442150 h 5927527"/>
              <a:gd name="connsiteX758" fmla="*/ 7620331 w 9901550"/>
              <a:gd name="connsiteY758" fmla="*/ 2747041 h 5927527"/>
              <a:gd name="connsiteX759" fmla="*/ 7387331 w 9901550"/>
              <a:gd name="connsiteY759" fmla="*/ 2638564 h 5927527"/>
              <a:gd name="connsiteX760" fmla="*/ 7280780 w 9901550"/>
              <a:gd name="connsiteY760" fmla="*/ 2752175 h 5927527"/>
              <a:gd name="connsiteX761" fmla="*/ 7382838 w 9901550"/>
              <a:gd name="connsiteY761" fmla="*/ 2920347 h 5927527"/>
              <a:gd name="connsiteX762" fmla="*/ 7619690 w 9901550"/>
              <a:gd name="connsiteY762" fmla="*/ 2749608 h 5927527"/>
              <a:gd name="connsiteX763" fmla="*/ 7870021 w 9901550"/>
              <a:gd name="connsiteY763" fmla="*/ 2999939 h 5927527"/>
              <a:gd name="connsiteX764" fmla="*/ 7619690 w 9901550"/>
              <a:gd name="connsiteY764" fmla="*/ 3250270 h 5927527"/>
              <a:gd name="connsiteX765" fmla="*/ 7382838 w 9901550"/>
              <a:gd name="connsiteY765" fmla="*/ 3079531 h 5927527"/>
              <a:gd name="connsiteX766" fmla="*/ 7171019 w 9901550"/>
              <a:gd name="connsiteY766" fmla="*/ 3311890 h 5927527"/>
              <a:gd name="connsiteX767" fmla="*/ 7331488 w 9901550"/>
              <a:gd name="connsiteY767" fmla="*/ 3557728 h 5927527"/>
              <a:gd name="connsiteX768" fmla="*/ 7063185 w 9901550"/>
              <a:gd name="connsiteY768" fmla="*/ 3826031 h 5927527"/>
              <a:gd name="connsiteX769" fmla="*/ 6818631 w 9901550"/>
              <a:gd name="connsiteY769" fmla="*/ 3668130 h 5927527"/>
              <a:gd name="connsiteX770" fmla="*/ 6599751 w 9901550"/>
              <a:gd name="connsiteY770" fmla="*/ 3875455 h 5927527"/>
              <a:gd name="connsiteX771" fmla="*/ 6763429 w 9901550"/>
              <a:gd name="connsiteY771" fmla="*/ 4114233 h 5927527"/>
              <a:gd name="connsiteX772" fmla="*/ 6506680 w 9901550"/>
              <a:gd name="connsiteY772" fmla="*/ 4370982 h 5927527"/>
              <a:gd name="connsiteX773" fmla="*/ 6257633 w 9901550"/>
              <a:gd name="connsiteY773" fmla="*/ 4174569 h 5927527"/>
              <a:gd name="connsiteX774" fmla="*/ 5950176 w 9901550"/>
              <a:gd name="connsiteY774" fmla="*/ 4427467 h 5927527"/>
              <a:gd name="connsiteX775" fmla="*/ 5697918 w 9901550"/>
              <a:gd name="connsiteY775" fmla="*/ 4300376 h 5927527"/>
              <a:gd name="connsiteX776" fmla="*/ 5536166 w 9901550"/>
              <a:gd name="connsiteY776" fmla="*/ 4441589 h 5927527"/>
              <a:gd name="connsiteX777" fmla="*/ 5663899 w 9901550"/>
              <a:gd name="connsiteY777" fmla="*/ 4671380 h 5927527"/>
              <a:gd name="connsiteX778" fmla="*/ 5393671 w 9901550"/>
              <a:gd name="connsiteY778" fmla="*/ 4941609 h 5927527"/>
              <a:gd name="connsiteX779" fmla="*/ 5133711 w 9901550"/>
              <a:gd name="connsiteY779" fmla="*/ 4743911 h 5927527"/>
              <a:gd name="connsiteX780" fmla="*/ 4837165 w 9901550"/>
              <a:gd name="connsiteY780" fmla="*/ 4976270 h 5927527"/>
              <a:gd name="connsiteX781" fmla="*/ 4571430 w 9901550"/>
              <a:gd name="connsiteY781" fmla="*/ 4820936 h 5927527"/>
              <a:gd name="connsiteX782" fmla="*/ 4280660 w 9901550"/>
              <a:gd name="connsiteY782" fmla="*/ 4998093 h 5927527"/>
              <a:gd name="connsiteX783" fmla="*/ 4007863 w 9901550"/>
              <a:gd name="connsiteY783" fmla="*/ 4851105 h 5927527"/>
              <a:gd name="connsiteX784" fmla="*/ 3796045 w 9901550"/>
              <a:gd name="connsiteY784" fmla="*/ 4999377 h 5927527"/>
              <a:gd name="connsiteX785" fmla="*/ 3962932 w 9901550"/>
              <a:gd name="connsiteY785" fmla="*/ 5227885 h 5927527"/>
              <a:gd name="connsiteX786" fmla="*/ 3723513 w 9901550"/>
              <a:gd name="connsiteY786" fmla="*/ 5467304 h 5927527"/>
              <a:gd name="connsiteX787" fmla="*/ 3484094 w 9901550"/>
              <a:gd name="connsiteY787" fmla="*/ 5227885 h 5927527"/>
              <a:gd name="connsiteX788" fmla="*/ 3650981 w 9901550"/>
              <a:gd name="connsiteY788" fmla="*/ 4999377 h 5927527"/>
              <a:gd name="connsiteX789" fmla="*/ 3444939 w 9901550"/>
              <a:gd name="connsiteY789" fmla="*/ 4859449 h 5927527"/>
              <a:gd name="connsiteX790" fmla="*/ 3238898 w 9901550"/>
              <a:gd name="connsiteY790" fmla="*/ 4999377 h 5927527"/>
              <a:gd name="connsiteX791" fmla="*/ 3405785 w 9901550"/>
              <a:gd name="connsiteY791" fmla="*/ 5227885 h 5927527"/>
              <a:gd name="connsiteX792" fmla="*/ 3166366 w 9901550"/>
              <a:gd name="connsiteY792" fmla="*/ 5467304 h 5927527"/>
              <a:gd name="connsiteX793" fmla="*/ 2926947 w 9901550"/>
              <a:gd name="connsiteY793" fmla="*/ 5227885 h 5927527"/>
              <a:gd name="connsiteX794" fmla="*/ 3093834 w 9901550"/>
              <a:gd name="connsiteY794" fmla="*/ 4999377 h 5927527"/>
              <a:gd name="connsiteX795" fmla="*/ 2882016 w 9901550"/>
              <a:gd name="connsiteY795" fmla="*/ 4851105 h 5927527"/>
              <a:gd name="connsiteX796" fmla="*/ 2609219 w 9901550"/>
              <a:gd name="connsiteY796" fmla="*/ 4998093 h 5927527"/>
              <a:gd name="connsiteX797" fmla="*/ 2318450 w 9901550"/>
              <a:gd name="connsiteY797" fmla="*/ 4820936 h 5927527"/>
              <a:gd name="connsiteX798" fmla="*/ 2052714 w 9901550"/>
              <a:gd name="connsiteY798" fmla="*/ 4976270 h 5927527"/>
              <a:gd name="connsiteX799" fmla="*/ 1756168 w 9901550"/>
              <a:gd name="connsiteY799" fmla="*/ 4743911 h 5927527"/>
              <a:gd name="connsiteX800" fmla="*/ 1496209 w 9901550"/>
              <a:gd name="connsiteY800" fmla="*/ 4941609 h 5927527"/>
              <a:gd name="connsiteX801" fmla="*/ 1225980 w 9901550"/>
              <a:gd name="connsiteY801" fmla="*/ 4671380 h 5927527"/>
              <a:gd name="connsiteX802" fmla="*/ 1353713 w 9901550"/>
              <a:gd name="connsiteY802" fmla="*/ 4441589 h 5927527"/>
              <a:gd name="connsiteX803" fmla="*/ 1191961 w 9901550"/>
              <a:gd name="connsiteY803" fmla="*/ 4300376 h 5927527"/>
              <a:gd name="connsiteX804" fmla="*/ 939704 w 9901550"/>
              <a:gd name="connsiteY804" fmla="*/ 4427467 h 5927527"/>
              <a:gd name="connsiteX805" fmla="*/ 632246 w 9901550"/>
              <a:gd name="connsiteY805" fmla="*/ 4174569 h 5927527"/>
              <a:gd name="connsiteX806" fmla="*/ 383199 w 9901550"/>
              <a:gd name="connsiteY806" fmla="*/ 4370982 h 5927527"/>
              <a:gd name="connsiteX807" fmla="*/ 126449 w 9901550"/>
              <a:gd name="connsiteY807" fmla="*/ 4114233 h 5927527"/>
              <a:gd name="connsiteX808" fmla="*/ 290127 w 9901550"/>
              <a:gd name="connsiteY808" fmla="*/ 3875455 h 5927527"/>
              <a:gd name="connsiteX809" fmla="*/ 71890 w 9901550"/>
              <a:gd name="connsiteY809" fmla="*/ 3670698 h 5927527"/>
              <a:gd name="connsiteX810" fmla="*/ 0 w 9901550"/>
              <a:gd name="connsiteY810" fmla="*/ 3764411 h 5927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</a:cxnLst>
            <a:rect l="l" t="t" r="r" b="b"/>
            <a:pathLst>
              <a:path w="9901550" h="5927527">
                <a:moveTo>
                  <a:pt x="7063184" y="5754862"/>
                </a:moveTo>
                <a:cubicBezTo>
                  <a:pt x="7079231" y="5754862"/>
                  <a:pt x="7092710" y="5768341"/>
                  <a:pt x="7092710" y="5784388"/>
                </a:cubicBezTo>
                <a:lnTo>
                  <a:pt x="7092578" y="5784710"/>
                </a:lnTo>
                <a:lnTo>
                  <a:pt x="7092710" y="5785031"/>
                </a:lnTo>
                <a:cubicBezTo>
                  <a:pt x="7092710" y="5801078"/>
                  <a:pt x="7079231" y="5814557"/>
                  <a:pt x="7063184" y="5814557"/>
                </a:cubicBezTo>
                <a:cubicBezTo>
                  <a:pt x="7046495" y="5814557"/>
                  <a:pt x="7033658" y="5801078"/>
                  <a:pt x="7033658" y="5785031"/>
                </a:cubicBezTo>
                <a:lnTo>
                  <a:pt x="7033792" y="5784710"/>
                </a:lnTo>
                <a:lnTo>
                  <a:pt x="7033658" y="5784388"/>
                </a:lnTo>
                <a:cubicBezTo>
                  <a:pt x="7033658" y="5768341"/>
                  <a:pt x="7046495" y="5754862"/>
                  <a:pt x="7063184" y="5754862"/>
                </a:cubicBezTo>
                <a:close/>
                <a:moveTo>
                  <a:pt x="6506679" y="5734964"/>
                </a:moveTo>
                <a:cubicBezTo>
                  <a:pt x="6534280" y="5734964"/>
                  <a:pt x="6556104" y="5757430"/>
                  <a:pt x="6556104" y="5784388"/>
                </a:cubicBezTo>
                <a:cubicBezTo>
                  <a:pt x="6556104" y="5797868"/>
                  <a:pt x="6550648" y="5810224"/>
                  <a:pt x="6541742" y="5819210"/>
                </a:cubicBezTo>
                <a:lnTo>
                  <a:pt x="6541546" y="5819344"/>
                </a:lnTo>
                <a:lnTo>
                  <a:pt x="6541501" y="5819451"/>
                </a:lnTo>
                <a:lnTo>
                  <a:pt x="6534410" y="5824195"/>
                </a:lnTo>
                <a:lnTo>
                  <a:pt x="6526046" y="5829882"/>
                </a:lnTo>
                <a:lnTo>
                  <a:pt x="6525851" y="5829921"/>
                </a:lnTo>
                <a:lnTo>
                  <a:pt x="6525775" y="5829972"/>
                </a:lnTo>
                <a:cubicBezTo>
                  <a:pt x="6519877" y="5832449"/>
                  <a:pt x="6513418" y="5833813"/>
                  <a:pt x="6506679" y="5833813"/>
                </a:cubicBezTo>
                <a:cubicBezTo>
                  <a:pt x="6499939" y="5833813"/>
                  <a:pt x="6493481" y="5832449"/>
                  <a:pt x="6487583" y="5829972"/>
                </a:cubicBezTo>
                <a:lnTo>
                  <a:pt x="6487508" y="5829921"/>
                </a:lnTo>
                <a:lnTo>
                  <a:pt x="6487312" y="5829882"/>
                </a:lnTo>
                <a:lnTo>
                  <a:pt x="6478943" y="5824192"/>
                </a:lnTo>
                <a:lnTo>
                  <a:pt x="6471858" y="5819451"/>
                </a:lnTo>
                <a:lnTo>
                  <a:pt x="6471813" y="5819344"/>
                </a:lnTo>
                <a:lnTo>
                  <a:pt x="6471617" y="5819210"/>
                </a:lnTo>
                <a:cubicBezTo>
                  <a:pt x="6462711" y="5810224"/>
                  <a:pt x="6457255" y="5797868"/>
                  <a:pt x="6457255" y="5784388"/>
                </a:cubicBezTo>
                <a:cubicBezTo>
                  <a:pt x="6457255" y="5770909"/>
                  <a:pt x="6462711" y="5758553"/>
                  <a:pt x="6471617" y="5749567"/>
                </a:cubicBezTo>
                <a:lnTo>
                  <a:pt x="6471813" y="5749434"/>
                </a:lnTo>
                <a:lnTo>
                  <a:pt x="6471858" y="5749326"/>
                </a:lnTo>
                <a:lnTo>
                  <a:pt x="6478944" y="5744586"/>
                </a:lnTo>
                <a:lnTo>
                  <a:pt x="6487312" y="5738896"/>
                </a:lnTo>
                <a:lnTo>
                  <a:pt x="6487508" y="5738856"/>
                </a:lnTo>
                <a:lnTo>
                  <a:pt x="6487583" y="5738806"/>
                </a:lnTo>
                <a:cubicBezTo>
                  <a:pt x="6493481" y="5736328"/>
                  <a:pt x="6499939" y="5734964"/>
                  <a:pt x="6506679" y="5734964"/>
                </a:cubicBezTo>
                <a:close/>
                <a:moveTo>
                  <a:pt x="5949532" y="5712499"/>
                </a:moveTo>
                <a:cubicBezTo>
                  <a:pt x="5989328" y="5712499"/>
                  <a:pt x="6022064" y="5744593"/>
                  <a:pt x="6021422" y="5784389"/>
                </a:cubicBezTo>
                <a:lnTo>
                  <a:pt x="6021357" y="5784710"/>
                </a:lnTo>
                <a:lnTo>
                  <a:pt x="6021422" y="5785031"/>
                </a:lnTo>
                <a:cubicBezTo>
                  <a:pt x="6022064" y="5824186"/>
                  <a:pt x="5989328" y="5856921"/>
                  <a:pt x="5949532" y="5856921"/>
                </a:cubicBezTo>
                <a:cubicBezTo>
                  <a:pt x="5909736" y="5856921"/>
                  <a:pt x="5877643" y="5824827"/>
                  <a:pt x="5877643" y="5785031"/>
                </a:cubicBezTo>
                <a:lnTo>
                  <a:pt x="5877706" y="5784710"/>
                </a:lnTo>
                <a:lnTo>
                  <a:pt x="5877643" y="5784389"/>
                </a:lnTo>
                <a:cubicBezTo>
                  <a:pt x="5877643" y="5744593"/>
                  <a:pt x="5909736" y="5712499"/>
                  <a:pt x="5949532" y="5712499"/>
                </a:cubicBezTo>
                <a:close/>
                <a:moveTo>
                  <a:pt x="5393027" y="5688107"/>
                </a:moveTo>
                <a:cubicBezTo>
                  <a:pt x="5446303" y="5688107"/>
                  <a:pt x="5489308" y="5731113"/>
                  <a:pt x="5489308" y="5784388"/>
                </a:cubicBezTo>
                <a:cubicBezTo>
                  <a:pt x="5489308" y="5837664"/>
                  <a:pt x="5446303" y="5880669"/>
                  <a:pt x="5393027" y="5880669"/>
                </a:cubicBezTo>
                <a:cubicBezTo>
                  <a:pt x="5339752" y="5880669"/>
                  <a:pt x="5296746" y="5837664"/>
                  <a:pt x="5296746" y="5784388"/>
                </a:cubicBezTo>
                <a:cubicBezTo>
                  <a:pt x="5296746" y="5731113"/>
                  <a:pt x="5339752" y="5688107"/>
                  <a:pt x="5393027" y="5688107"/>
                </a:cubicBezTo>
                <a:close/>
                <a:moveTo>
                  <a:pt x="4836522" y="5666926"/>
                </a:moveTo>
                <a:cubicBezTo>
                  <a:pt x="4901351" y="5666926"/>
                  <a:pt x="4953985" y="5719559"/>
                  <a:pt x="4953985" y="5784389"/>
                </a:cubicBezTo>
                <a:cubicBezTo>
                  <a:pt x="4953985" y="5849218"/>
                  <a:pt x="4901351" y="5901852"/>
                  <a:pt x="4836522" y="5901852"/>
                </a:cubicBezTo>
                <a:cubicBezTo>
                  <a:pt x="4771693" y="5901852"/>
                  <a:pt x="4719059" y="5849218"/>
                  <a:pt x="4719059" y="5784389"/>
                </a:cubicBezTo>
                <a:cubicBezTo>
                  <a:pt x="4719059" y="5719559"/>
                  <a:pt x="4771693" y="5666926"/>
                  <a:pt x="4836522" y="5666926"/>
                </a:cubicBezTo>
                <a:close/>
                <a:moveTo>
                  <a:pt x="4280017" y="5651521"/>
                </a:moveTo>
                <a:cubicBezTo>
                  <a:pt x="4353191" y="5651521"/>
                  <a:pt x="4412885" y="5711216"/>
                  <a:pt x="4412885" y="5784389"/>
                </a:cubicBezTo>
                <a:lnTo>
                  <a:pt x="4412821" y="5784710"/>
                </a:lnTo>
                <a:lnTo>
                  <a:pt x="4412885" y="5785031"/>
                </a:lnTo>
                <a:cubicBezTo>
                  <a:pt x="4412885" y="5858204"/>
                  <a:pt x="4353191" y="5917899"/>
                  <a:pt x="4280017" y="5917899"/>
                </a:cubicBezTo>
                <a:cubicBezTo>
                  <a:pt x="4206202" y="5917899"/>
                  <a:pt x="4147172" y="5858204"/>
                  <a:pt x="4147172" y="5785031"/>
                </a:cubicBezTo>
                <a:lnTo>
                  <a:pt x="4147232" y="5784737"/>
                </a:lnTo>
                <a:lnTo>
                  <a:pt x="4147162" y="5784389"/>
                </a:lnTo>
                <a:cubicBezTo>
                  <a:pt x="4147162" y="5711216"/>
                  <a:pt x="4206202" y="5651521"/>
                  <a:pt x="4280017" y="5651521"/>
                </a:cubicBezTo>
                <a:close/>
                <a:moveTo>
                  <a:pt x="2609875" y="5651521"/>
                </a:moveTo>
                <a:cubicBezTo>
                  <a:pt x="2683050" y="5651521"/>
                  <a:pt x="2742743" y="5711216"/>
                  <a:pt x="2742743" y="5784389"/>
                </a:cubicBezTo>
                <a:lnTo>
                  <a:pt x="2742685" y="5784681"/>
                </a:lnTo>
                <a:lnTo>
                  <a:pt x="2742755" y="5785031"/>
                </a:lnTo>
                <a:cubicBezTo>
                  <a:pt x="2742755" y="5858204"/>
                  <a:pt x="2683062" y="5917899"/>
                  <a:pt x="2609887" y="5917899"/>
                </a:cubicBezTo>
                <a:cubicBezTo>
                  <a:pt x="2536713" y="5917899"/>
                  <a:pt x="2477018" y="5858204"/>
                  <a:pt x="2477018" y="5785031"/>
                </a:cubicBezTo>
                <a:lnTo>
                  <a:pt x="2477077" y="5784741"/>
                </a:lnTo>
                <a:lnTo>
                  <a:pt x="2477007" y="5784389"/>
                </a:lnTo>
                <a:cubicBezTo>
                  <a:pt x="2477007" y="5711216"/>
                  <a:pt x="2536701" y="5651521"/>
                  <a:pt x="2609875" y="5651521"/>
                </a:cubicBezTo>
                <a:close/>
                <a:moveTo>
                  <a:pt x="3722884" y="5641251"/>
                </a:moveTo>
                <a:lnTo>
                  <a:pt x="3722889" y="5641252"/>
                </a:lnTo>
                <a:lnTo>
                  <a:pt x="3722894" y="5641251"/>
                </a:lnTo>
                <a:cubicBezTo>
                  <a:pt x="3801844" y="5641251"/>
                  <a:pt x="3866031" y="5705438"/>
                  <a:pt x="3866031" y="5784388"/>
                </a:cubicBezTo>
                <a:cubicBezTo>
                  <a:pt x="3866031" y="5863339"/>
                  <a:pt x="3801844" y="5927527"/>
                  <a:pt x="3722894" y="5927527"/>
                </a:cubicBezTo>
                <a:lnTo>
                  <a:pt x="3722889" y="5927526"/>
                </a:lnTo>
                <a:lnTo>
                  <a:pt x="3722884" y="5927527"/>
                </a:lnTo>
                <a:cubicBezTo>
                  <a:pt x="3643933" y="5927527"/>
                  <a:pt x="3579747" y="5863339"/>
                  <a:pt x="3579747" y="5784388"/>
                </a:cubicBezTo>
                <a:cubicBezTo>
                  <a:pt x="3579747" y="5705438"/>
                  <a:pt x="3643933" y="5641251"/>
                  <a:pt x="3722884" y="5641251"/>
                </a:cubicBezTo>
                <a:close/>
                <a:moveTo>
                  <a:pt x="3166378" y="5641251"/>
                </a:moveTo>
                <a:lnTo>
                  <a:pt x="3166384" y="5641252"/>
                </a:lnTo>
                <a:lnTo>
                  <a:pt x="3166390" y="5641251"/>
                </a:lnTo>
                <a:cubicBezTo>
                  <a:pt x="3245339" y="5641251"/>
                  <a:pt x="3309527" y="5705438"/>
                  <a:pt x="3309527" y="5784388"/>
                </a:cubicBezTo>
                <a:cubicBezTo>
                  <a:pt x="3309527" y="5863339"/>
                  <a:pt x="3245339" y="5927527"/>
                  <a:pt x="3166390" y="5927527"/>
                </a:cubicBezTo>
                <a:lnTo>
                  <a:pt x="3166384" y="5927526"/>
                </a:lnTo>
                <a:lnTo>
                  <a:pt x="3166378" y="5927527"/>
                </a:lnTo>
                <a:cubicBezTo>
                  <a:pt x="3087428" y="5927527"/>
                  <a:pt x="3023241" y="5863339"/>
                  <a:pt x="3023241" y="5784388"/>
                </a:cubicBezTo>
                <a:cubicBezTo>
                  <a:pt x="3023241" y="5705438"/>
                  <a:pt x="3087428" y="5641251"/>
                  <a:pt x="3166378" y="5641251"/>
                </a:cubicBezTo>
                <a:close/>
                <a:moveTo>
                  <a:pt x="7619689" y="5190013"/>
                </a:moveTo>
                <a:cubicBezTo>
                  <a:pt x="7640871" y="5190013"/>
                  <a:pt x="7657559" y="5206702"/>
                  <a:pt x="7657559" y="5227884"/>
                </a:cubicBezTo>
                <a:cubicBezTo>
                  <a:pt x="7657559" y="5249066"/>
                  <a:pt x="7640871" y="5265754"/>
                  <a:pt x="7619689" y="5265754"/>
                </a:cubicBezTo>
                <a:cubicBezTo>
                  <a:pt x="7609419" y="5265754"/>
                  <a:pt x="7599951" y="5261582"/>
                  <a:pt x="7593051" y="5254763"/>
                </a:cubicBezTo>
                <a:lnTo>
                  <a:pt x="7592980" y="5254592"/>
                </a:lnTo>
                <a:lnTo>
                  <a:pt x="7592810" y="5254521"/>
                </a:lnTo>
                <a:cubicBezTo>
                  <a:pt x="7585990" y="5247621"/>
                  <a:pt x="7581818" y="5238154"/>
                  <a:pt x="7581818" y="5227884"/>
                </a:cubicBezTo>
                <a:cubicBezTo>
                  <a:pt x="7581818" y="5217614"/>
                  <a:pt x="7585990" y="5208147"/>
                  <a:pt x="7592810" y="5201246"/>
                </a:cubicBezTo>
                <a:lnTo>
                  <a:pt x="7592980" y="5201175"/>
                </a:lnTo>
                <a:lnTo>
                  <a:pt x="7593051" y="5201005"/>
                </a:lnTo>
                <a:cubicBezTo>
                  <a:pt x="7599951" y="5194186"/>
                  <a:pt x="7609419" y="5190013"/>
                  <a:pt x="7619689" y="5190013"/>
                </a:cubicBezTo>
                <a:close/>
                <a:moveTo>
                  <a:pt x="7063184" y="5162413"/>
                </a:moveTo>
                <a:cubicBezTo>
                  <a:pt x="7099128" y="5162413"/>
                  <a:pt x="7128655" y="5191939"/>
                  <a:pt x="7128655" y="5227884"/>
                </a:cubicBezTo>
                <a:cubicBezTo>
                  <a:pt x="7128655" y="5263829"/>
                  <a:pt x="7099128" y="5293355"/>
                  <a:pt x="7063184" y="5293355"/>
                </a:cubicBezTo>
                <a:cubicBezTo>
                  <a:pt x="7027239" y="5293355"/>
                  <a:pt x="6997712" y="5263829"/>
                  <a:pt x="6997712" y="5227884"/>
                </a:cubicBezTo>
                <a:cubicBezTo>
                  <a:pt x="6997712" y="5191939"/>
                  <a:pt x="7027239" y="5162413"/>
                  <a:pt x="7063184" y="5162413"/>
                </a:cubicBezTo>
                <a:close/>
                <a:moveTo>
                  <a:pt x="6506679" y="5129035"/>
                </a:moveTo>
                <a:cubicBezTo>
                  <a:pt x="6561238" y="5129035"/>
                  <a:pt x="6605527" y="5173324"/>
                  <a:pt x="6605527" y="5227884"/>
                </a:cubicBezTo>
                <a:cubicBezTo>
                  <a:pt x="6605527" y="5282443"/>
                  <a:pt x="6561238" y="5326733"/>
                  <a:pt x="6506679" y="5326733"/>
                </a:cubicBezTo>
                <a:cubicBezTo>
                  <a:pt x="6452119" y="5326733"/>
                  <a:pt x="6407830" y="5282443"/>
                  <a:pt x="6407830" y="5227884"/>
                </a:cubicBezTo>
                <a:cubicBezTo>
                  <a:pt x="6407830" y="5173324"/>
                  <a:pt x="6452119" y="5129035"/>
                  <a:pt x="6506679" y="5129035"/>
                </a:cubicBezTo>
                <a:close/>
                <a:moveTo>
                  <a:pt x="383206" y="5129035"/>
                </a:moveTo>
                <a:lnTo>
                  <a:pt x="383212" y="5129036"/>
                </a:lnTo>
                <a:lnTo>
                  <a:pt x="383217" y="5129035"/>
                </a:lnTo>
                <a:cubicBezTo>
                  <a:pt x="437809" y="5129035"/>
                  <a:pt x="482065" y="5173291"/>
                  <a:pt x="482065" y="5227884"/>
                </a:cubicBezTo>
                <a:cubicBezTo>
                  <a:pt x="482065" y="5282476"/>
                  <a:pt x="437809" y="5326732"/>
                  <a:pt x="383217" y="5326732"/>
                </a:cubicBezTo>
                <a:lnTo>
                  <a:pt x="383212" y="5326731"/>
                </a:lnTo>
                <a:lnTo>
                  <a:pt x="383206" y="5326732"/>
                </a:lnTo>
                <a:cubicBezTo>
                  <a:pt x="328613" y="5326732"/>
                  <a:pt x="284357" y="5282477"/>
                  <a:pt x="284357" y="5227884"/>
                </a:cubicBezTo>
                <a:cubicBezTo>
                  <a:pt x="284357" y="5173291"/>
                  <a:pt x="328613" y="5129035"/>
                  <a:pt x="383206" y="5129035"/>
                </a:cubicBezTo>
                <a:close/>
                <a:moveTo>
                  <a:pt x="5949532" y="5087955"/>
                </a:moveTo>
                <a:cubicBezTo>
                  <a:pt x="6027199" y="5087955"/>
                  <a:pt x="6089460" y="5150859"/>
                  <a:pt x="6089460" y="5227884"/>
                </a:cubicBezTo>
                <a:cubicBezTo>
                  <a:pt x="6089460" y="5304909"/>
                  <a:pt x="6027199" y="5367813"/>
                  <a:pt x="5949532" y="5367813"/>
                </a:cubicBezTo>
                <a:cubicBezTo>
                  <a:pt x="5872508" y="5367813"/>
                  <a:pt x="5809603" y="5304909"/>
                  <a:pt x="5809603" y="5227884"/>
                </a:cubicBezTo>
                <a:cubicBezTo>
                  <a:pt x="5809603" y="5150859"/>
                  <a:pt x="5872508" y="5087955"/>
                  <a:pt x="5949532" y="5087955"/>
                </a:cubicBezTo>
                <a:close/>
                <a:moveTo>
                  <a:pt x="939711" y="5087955"/>
                </a:moveTo>
                <a:lnTo>
                  <a:pt x="939716" y="5087956"/>
                </a:lnTo>
                <a:lnTo>
                  <a:pt x="939721" y="5087955"/>
                </a:lnTo>
                <a:lnTo>
                  <a:pt x="941664" y="5088350"/>
                </a:lnTo>
                <a:lnTo>
                  <a:pt x="994340" y="5098987"/>
                </a:lnTo>
                <a:cubicBezTo>
                  <a:pt x="1027858" y="5113189"/>
                  <a:pt x="1054596" y="5140068"/>
                  <a:pt x="1068697" y="5173525"/>
                </a:cubicBezTo>
                <a:lnTo>
                  <a:pt x="1078245" y="5220960"/>
                </a:lnTo>
                <a:lnTo>
                  <a:pt x="1079650" y="5227884"/>
                </a:lnTo>
                <a:cubicBezTo>
                  <a:pt x="1079650" y="5304909"/>
                  <a:pt x="1017387" y="5367813"/>
                  <a:pt x="939721" y="5367813"/>
                </a:cubicBezTo>
                <a:lnTo>
                  <a:pt x="939716" y="5367812"/>
                </a:lnTo>
                <a:lnTo>
                  <a:pt x="939711" y="5367813"/>
                </a:lnTo>
                <a:cubicBezTo>
                  <a:pt x="862686" y="5367813"/>
                  <a:pt x="799782" y="5304909"/>
                  <a:pt x="799782" y="5227884"/>
                </a:cubicBezTo>
                <a:cubicBezTo>
                  <a:pt x="799782" y="5150859"/>
                  <a:pt x="862686" y="5087955"/>
                  <a:pt x="939711" y="5087955"/>
                </a:cubicBezTo>
                <a:close/>
                <a:moveTo>
                  <a:pt x="1496217" y="5053294"/>
                </a:moveTo>
                <a:lnTo>
                  <a:pt x="1496222" y="5053295"/>
                </a:lnTo>
                <a:lnTo>
                  <a:pt x="1496229" y="5053294"/>
                </a:lnTo>
                <a:lnTo>
                  <a:pt x="1499202" y="5053896"/>
                </a:lnTo>
                <a:lnTo>
                  <a:pt x="1564386" y="5067034"/>
                </a:lnTo>
                <a:cubicBezTo>
                  <a:pt x="1606208" y="5084726"/>
                  <a:pt x="1639565" y="5118223"/>
                  <a:pt x="1657157" y="5159985"/>
                </a:cubicBezTo>
                <a:lnTo>
                  <a:pt x="1668969" y="5218743"/>
                </a:lnTo>
                <a:lnTo>
                  <a:pt x="1670819" y="5227883"/>
                </a:lnTo>
                <a:cubicBezTo>
                  <a:pt x="1670819" y="5324165"/>
                  <a:pt x="1593153" y="5402473"/>
                  <a:pt x="1496229" y="5402473"/>
                </a:cubicBezTo>
                <a:lnTo>
                  <a:pt x="1496222" y="5402472"/>
                </a:lnTo>
                <a:lnTo>
                  <a:pt x="1496217" y="5402473"/>
                </a:lnTo>
                <a:cubicBezTo>
                  <a:pt x="1399935" y="5402473"/>
                  <a:pt x="1321626" y="5324165"/>
                  <a:pt x="1321626" y="5227883"/>
                </a:cubicBezTo>
                <a:cubicBezTo>
                  <a:pt x="1321626" y="5131602"/>
                  <a:pt x="1399935" y="5053294"/>
                  <a:pt x="1496217" y="5053294"/>
                </a:cubicBezTo>
                <a:close/>
                <a:moveTo>
                  <a:pt x="5393028" y="5050727"/>
                </a:moveTo>
                <a:cubicBezTo>
                  <a:pt x="5490593" y="5050727"/>
                  <a:pt x="5570186" y="5129677"/>
                  <a:pt x="5570186" y="5227884"/>
                </a:cubicBezTo>
                <a:cubicBezTo>
                  <a:pt x="5570186" y="5326091"/>
                  <a:pt x="5490593" y="5405041"/>
                  <a:pt x="5393028" y="5405041"/>
                </a:cubicBezTo>
                <a:cubicBezTo>
                  <a:pt x="5368637" y="5405041"/>
                  <a:pt x="5345369" y="5400107"/>
                  <a:pt x="5324187" y="5391171"/>
                </a:cubicBezTo>
                <a:lnTo>
                  <a:pt x="5324111" y="5391120"/>
                </a:lnTo>
                <a:lnTo>
                  <a:pt x="5323916" y="5391081"/>
                </a:lnTo>
                <a:lnTo>
                  <a:pt x="5293618" y="5370612"/>
                </a:lnTo>
                <a:lnTo>
                  <a:pt x="5267862" y="5353290"/>
                </a:lnTo>
                <a:lnTo>
                  <a:pt x="5267765" y="5353147"/>
                </a:lnTo>
                <a:lnTo>
                  <a:pt x="5267621" y="5353050"/>
                </a:lnTo>
                <a:lnTo>
                  <a:pt x="5250298" y="5327292"/>
                </a:lnTo>
                <a:lnTo>
                  <a:pt x="5229831" y="5296996"/>
                </a:lnTo>
                <a:lnTo>
                  <a:pt x="5229791" y="5296801"/>
                </a:lnTo>
                <a:lnTo>
                  <a:pt x="5229740" y="5296725"/>
                </a:lnTo>
                <a:cubicBezTo>
                  <a:pt x="5220804" y="5275543"/>
                  <a:pt x="5215870" y="5252275"/>
                  <a:pt x="5215870" y="5227884"/>
                </a:cubicBezTo>
                <a:cubicBezTo>
                  <a:pt x="5215870" y="5203493"/>
                  <a:pt x="5220804" y="5180225"/>
                  <a:pt x="5229740" y="5159044"/>
                </a:cubicBezTo>
                <a:lnTo>
                  <a:pt x="5229791" y="5158968"/>
                </a:lnTo>
                <a:lnTo>
                  <a:pt x="5229831" y="5158772"/>
                </a:lnTo>
                <a:lnTo>
                  <a:pt x="5250355" y="5128394"/>
                </a:lnTo>
                <a:lnTo>
                  <a:pt x="5267621" y="5102719"/>
                </a:lnTo>
                <a:lnTo>
                  <a:pt x="5267764" y="5102622"/>
                </a:lnTo>
                <a:lnTo>
                  <a:pt x="5267862" y="5102478"/>
                </a:lnTo>
                <a:lnTo>
                  <a:pt x="5293704" y="5085099"/>
                </a:lnTo>
                <a:lnTo>
                  <a:pt x="5323916" y="5064688"/>
                </a:lnTo>
                <a:lnTo>
                  <a:pt x="5324111" y="5064649"/>
                </a:lnTo>
                <a:lnTo>
                  <a:pt x="5324187" y="5064598"/>
                </a:lnTo>
                <a:cubicBezTo>
                  <a:pt x="5345369" y="5055662"/>
                  <a:pt x="5368637" y="5050727"/>
                  <a:pt x="5393028" y="5050727"/>
                </a:cubicBezTo>
                <a:close/>
                <a:moveTo>
                  <a:pt x="2053365" y="5023126"/>
                </a:moveTo>
                <a:lnTo>
                  <a:pt x="2053370" y="5023127"/>
                </a:lnTo>
                <a:lnTo>
                  <a:pt x="2053377" y="5023126"/>
                </a:lnTo>
                <a:cubicBezTo>
                  <a:pt x="2166350" y="5023126"/>
                  <a:pt x="2258139" y="5114914"/>
                  <a:pt x="2258139" y="5227884"/>
                </a:cubicBezTo>
                <a:cubicBezTo>
                  <a:pt x="2258139" y="5340854"/>
                  <a:pt x="2166350" y="5432642"/>
                  <a:pt x="2053377" y="5432642"/>
                </a:cubicBezTo>
                <a:lnTo>
                  <a:pt x="2053370" y="5432642"/>
                </a:lnTo>
                <a:lnTo>
                  <a:pt x="2053365" y="5432642"/>
                </a:lnTo>
                <a:cubicBezTo>
                  <a:pt x="1940394" y="5432642"/>
                  <a:pt x="1848606" y="5340854"/>
                  <a:pt x="1848606" y="5227884"/>
                </a:cubicBezTo>
                <a:cubicBezTo>
                  <a:pt x="1848606" y="5114914"/>
                  <a:pt x="1940394" y="5023126"/>
                  <a:pt x="2053365" y="5023126"/>
                </a:cubicBezTo>
                <a:close/>
                <a:moveTo>
                  <a:pt x="4836522" y="5020558"/>
                </a:moveTo>
                <a:cubicBezTo>
                  <a:pt x="4950776" y="5020558"/>
                  <a:pt x="5043848" y="5113630"/>
                  <a:pt x="5043848" y="5227884"/>
                </a:cubicBezTo>
                <a:cubicBezTo>
                  <a:pt x="5043848" y="5342138"/>
                  <a:pt x="4950776" y="5435209"/>
                  <a:pt x="4836522" y="5435209"/>
                </a:cubicBezTo>
                <a:cubicBezTo>
                  <a:pt x="4722269" y="5435209"/>
                  <a:pt x="4629197" y="5342138"/>
                  <a:pt x="4629197" y="5227884"/>
                </a:cubicBezTo>
                <a:cubicBezTo>
                  <a:pt x="4629197" y="5113630"/>
                  <a:pt x="4722269" y="5020558"/>
                  <a:pt x="4836522" y="5020558"/>
                </a:cubicBezTo>
                <a:close/>
                <a:moveTo>
                  <a:pt x="4280017" y="4998735"/>
                </a:moveTo>
                <a:cubicBezTo>
                  <a:pt x="4406467" y="4998735"/>
                  <a:pt x="4509167" y="5101435"/>
                  <a:pt x="4509167" y="5227884"/>
                </a:cubicBezTo>
                <a:cubicBezTo>
                  <a:pt x="4509167" y="5354333"/>
                  <a:pt x="4406467" y="5457033"/>
                  <a:pt x="4280017" y="5457033"/>
                </a:cubicBezTo>
                <a:cubicBezTo>
                  <a:pt x="4153578" y="5457033"/>
                  <a:pt x="4050878" y="5354333"/>
                  <a:pt x="4050878" y="5227884"/>
                </a:cubicBezTo>
                <a:cubicBezTo>
                  <a:pt x="4050878" y="5101435"/>
                  <a:pt x="4153578" y="4998735"/>
                  <a:pt x="4280017" y="4998735"/>
                </a:cubicBezTo>
                <a:close/>
                <a:moveTo>
                  <a:pt x="2609873" y="4998735"/>
                </a:moveTo>
                <a:lnTo>
                  <a:pt x="2609880" y="4998736"/>
                </a:lnTo>
                <a:lnTo>
                  <a:pt x="2609887" y="4998735"/>
                </a:lnTo>
                <a:cubicBezTo>
                  <a:pt x="2736336" y="4998735"/>
                  <a:pt x="2839035" y="5101435"/>
                  <a:pt x="2839035" y="5227884"/>
                </a:cubicBezTo>
                <a:cubicBezTo>
                  <a:pt x="2839035" y="5354333"/>
                  <a:pt x="2736336" y="5457033"/>
                  <a:pt x="2609887" y="5457033"/>
                </a:cubicBezTo>
                <a:lnTo>
                  <a:pt x="2609880" y="5457033"/>
                </a:lnTo>
                <a:lnTo>
                  <a:pt x="2609873" y="5457033"/>
                </a:lnTo>
                <a:cubicBezTo>
                  <a:pt x="2483423" y="5457033"/>
                  <a:pt x="2380723" y="5354333"/>
                  <a:pt x="2380723" y="5227884"/>
                </a:cubicBezTo>
                <a:cubicBezTo>
                  <a:pt x="2380723" y="5101435"/>
                  <a:pt x="2483423" y="4998735"/>
                  <a:pt x="2609873" y="4998735"/>
                </a:cubicBezTo>
                <a:close/>
                <a:moveTo>
                  <a:pt x="8176195" y="4631582"/>
                </a:moveTo>
                <a:cubicBezTo>
                  <a:pt x="8198660" y="4631582"/>
                  <a:pt x="8215991" y="4648913"/>
                  <a:pt x="8215991" y="4671379"/>
                </a:cubicBezTo>
                <a:cubicBezTo>
                  <a:pt x="8215991" y="4693202"/>
                  <a:pt x="8198660" y="4711175"/>
                  <a:pt x="8176195" y="4711175"/>
                </a:cubicBezTo>
                <a:cubicBezTo>
                  <a:pt x="8154371" y="4711175"/>
                  <a:pt x="8136398" y="4693202"/>
                  <a:pt x="8136398" y="4671379"/>
                </a:cubicBezTo>
                <a:cubicBezTo>
                  <a:pt x="8136398" y="4649555"/>
                  <a:pt x="8154371" y="4631582"/>
                  <a:pt x="8176195" y="4631582"/>
                </a:cubicBezTo>
                <a:close/>
                <a:moveTo>
                  <a:pt x="7619689" y="4597563"/>
                </a:moveTo>
                <a:cubicBezTo>
                  <a:pt x="7660769" y="4597563"/>
                  <a:pt x="7693504" y="4630299"/>
                  <a:pt x="7693504" y="4671379"/>
                </a:cubicBezTo>
                <a:cubicBezTo>
                  <a:pt x="7693504" y="4681489"/>
                  <a:pt x="7691458" y="4691157"/>
                  <a:pt x="7687747" y="4699973"/>
                </a:cubicBezTo>
                <a:lnTo>
                  <a:pt x="7687696" y="4700048"/>
                </a:lnTo>
                <a:lnTo>
                  <a:pt x="7687657" y="4700243"/>
                </a:lnTo>
                <a:lnTo>
                  <a:pt x="7679174" y="4712756"/>
                </a:lnTo>
                <a:lnTo>
                  <a:pt x="7672001" y="4723451"/>
                </a:lnTo>
                <a:lnTo>
                  <a:pt x="7671857" y="4723549"/>
                </a:lnTo>
                <a:lnTo>
                  <a:pt x="7671760" y="4723691"/>
                </a:lnTo>
                <a:lnTo>
                  <a:pt x="7661143" y="4730812"/>
                </a:lnTo>
                <a:lnTo>
                  <a:pt x="7648553" y="4739347"/>
                </a:lnTo>
                <a:lnTo>
                  <a:pt x="7648358" y="4739387"/>
                </a:lnTo>
                <a:lnTo>
                  <a:pt x="7648282" y="4739437"/>
                </a:lnTo>
                <a:cubicBezTo>
                  <a:pt x="7639466" y="4743148"/>
                  <a:pt x="7629798" y="4745194"/>
                  <a:pt x="7619689" y="4745194"/>
                </a:cubicBezTo>
                <a:cubicBezTo>
                  <a:pt x="7609579" y="4745194"/>
                  <a:pt x="7599911" y="4743148"/>
                  <a:pt x="7591095" y="4739437"/>
                </a:cubicBezTo>
                <a:lnTo>
                  <a:pt x="7591020" y="4739387"/>
                </a:lnTo>
                <a:lnTo>
                  <a:pt x="7590824" y="4739347"/>
                </a:lnTo>
                <a:lnTo>
                  <a:pt x="7578202" y="4730790"/>
                </a:lnTo>
                <a:lnTo>
                  <a:pt x="7567616" y="4723691"/>
                </a:lnTo>
                <a:lnTo>
                  <a:pt x="7567520" y="4723549"/>
                </a:lnTo>
                <a:lnTo>
                  <a:pt x="7567375" y="4723451"/>
                </a:lnTo>
                <a:lnTo>
                  <a:pt x="7560183" y="4712726"/>
                </a:lnTo>
                <a:lnTo>
                  <a:pt x="7551720" y="4700243"/>
                </a:lnTo>
                <a:lnTo>
                  <a:pt x="7551681" y="4700049"/>
                </a:lnTo>
                <a:lnTo>
                  <a:pt x="7551629" y="4699973"/>
                </a:lnTo>
                <a:cubicBezTo>
                  <a:pt x="7547919" y="4691157"/>
                  <a:pt x="7545873" y="4681489"/>
                  <a:pt x="7545873" y="4671379"/>
                </a:cubicBezTo>
                <a:cubicBezTo>
                  <a:pt x="7545873" y="4661270"/>
                  <a:pt x="7547919" y="4651602"/>
                  <a:pt x="7551629" y="4642786"/>
                </a:cubicBezTo>
                <a:lnTo>
                  <a:pt x="7551680" y="4642710"/>
                </a:lnTo>
                <a:lnTo>
                  <a:pt x="7551720" y="4642515"/>
                </a:lnTo>
                <a:lnTo>
                  <a:pt x="7560209" y="4629993"/>
                </a:lnTo>
                <a:lnTo>
                  <a:pt x="7567375" y="4619307"/>
                </a:lnTo>
                <a:lnTo>
                  <a:pt x="7567520" y="4619209"/>
                </a:lnTo>
                <a:lnTo>
                  <a:pt x="7567616" y="4619066"/>
                </a:lnTo>
                <a:lnTo>
                  <a:pt x="7578237" y="4611944"/>
                </a:lnTo>
                <a:lnTo>
                  <a:pt x="7590824" y="4603410"/>
                </a:lnTo>
                <a:lnTo>
                  <a:pt x="7591020" y="4603371"/>
                </a:lnTo>
                <a:lnTo>
                  <a:pt x="7591095" y="4603320"/>
                </a:lnTo>
                <a:cubicBezTo>
                  <a:pt x="7599911" y="4599609"/>
                  <a:pt x="7609579" y="4597563"/>
                  <a:pt x="7619689" y="4597563"/>
                </a:cubicBezTo>
                <a:close/>
                <a:moveTo>
                  <a:pt x="7063184" y="4549423"/>
                </a:moveTo>
                <a:cubicBezTo>
                  <a:pt x="7130581" y="4549423"/>
                  <a:pt x="7185140" y="4603983"/>
                  <a:pt x="7185140" y="4671380"/>
                </a:cubicBezTo>
                <a:cubicBezTo>
                  <a:pt x="7185140" y="4738776"/>
                  <a:pt x="7130581" y="4793336"/>
                  <a:pt x="7063184" y="4793336"/>
                </a:cubicBezTo>
                <a:cubicBezTo>
                  <a:pt x="6995787" y="4793336"/>
                  <a:pt x="6941228" y="4738776"/>
                  <a:pt x="6941228" y="4671380"/>
                </a:cubicBezTo>
                <a:cubicBezTo>
                  <a:pt x="6941228" y="4603983"/>
                  <a:pt x="6995787" y="4549423"/>
                  <a:pt x="7063184" y="4549423"/>
                </a:cubicBezTo>
                <a:close/>
                <a:moveTo>
                  <a:pt x="6506679" y="4496789"/>
                </a:moveTo>
                <a:cubicBezTo>
                  <a:pt x="6602318" y="4496789"/>
                  <a:pt x="6679985" y="4574456"/>
                  <a:pt x="6679985" y="4670737"/>
                </a:cubicBezTo>
                <a:lnTo>
                  <a:pt x="6679920" y="4671058"/>
                </a:lnTo>
                <a:lnTo>
                  <a:pt x="6679985" y="4671379"/>
                </a:lnTo>
                <a:cubicBezTo>
                  <a:pt x="6679985" y="4767660"/>
                  <a:pt x="6602318" y="4845327"/>
                  <a:pt x="6506679" y="4845327"/>
                </a:cubicBezTo>
                <a:cubicBezTo>
                  <a:pt x="6410398" y="4845327"/>
                  <a:pt x="6332731" y="4767018"/>
                  <a:pt x="6332731" y="4671379"/>
                </a:cubicBezTo>
                <a:lnTo>
                  <a:pt x="6332796" y="4671058"/>
                </a:lnTo>
                <a:lnTo>
                  <a:pt x="6332731" y="4670737"/>
                </a:lnTo>
                <a:cubicBezTo>
                  <a:pt x="6332731" y="4575098"/>
                  <a:pt x="6410398" y="4496789"/>
                  <a:pt x="6506679" y="4496789"/>
                </a:cubicBezTo>
                <a:close/>
                <a:moveTo>
                  <a:pt x="383217" y="4496789"/>
                </a:moveTo>
                <a:cubicBezTo>
                  <a:pt x="478856" y="4496789"/>
                  <a:pt x="557164" y="4574456"/>
                  <a:pt x="557164" y="4670737"/>
                </a:cubicBezTo>
                <a:lnTo>
                  <a:pt x="557093" y="4671084"/>
                </a:lnTo>
                <a:lnTo>
                  <a:pt x="557154" y="4671379"/>
                </a:lnTo>
                <a:cubicBezTo>
                  <a:pt x="557154" y="4767660"/>
                  <a:pt x="478845" y="4845327"/>
                  <a:pt x="383206" y="4845327"/>
                </a:cubicBezTo>
                <a:cubicBezTo>
                  <a:pt x="286925" y="4845327"/>
                  <a:pt x="209258" y="4767018"/>
                  <a:pt x="209258" y="4671379"/>
                </a:cubicBezTo>
                <a:lnTo>
                  <a:pt x="209328" y="4671031"/>
                </a:lnTo>
                <a:lnTo>
                  <a:pt x="209269" y="4670737"/>
                </a:lnTo>
                <a:cubicBezTo>
                  <a:pt x="209269" y="4575098"/>
                  <a:pt x="286936" y="4496789"/>
                  <a:pt x="383217" y="4496789"/>
                </a:cubicBezTo>
                <a:close/>
                <a:moveTo>
                  <a:pt x="5958673" y="4447478"/>
                </a:moveTo>
                <a:cubicBezTo>
                  <a:pt x="5973085" y="4448063"/>
                  <a:pt x="5987390" y="4450032"/>
                  <a:pt x="6001379" y="4453336"/>
                </a:cubicBezTo>
                <a:lnTo>
                  <a:pt x="6007264" y="4455334"/>
                </a:lnTo>
                <a:lnTo>
                  <a:pt x="6011809" y="4456069"/>
                </a:lnTo>
                <a:lnTo>
                  <a:pt x="6021623" y="4460212"/>
                </a:lnTo>
                <a:lnTo>
                  <a:pt x="6042195" y="4467199"/>
                </a:lnTo>
                <a:lnTo>
                  <a:pt x="6053473" y="4473656"/>
                </a:lnTo>
                <a:lnTo>
                  <a:pt x="6061505" y="4477047"/>
                </a:lnTo>
                <a:lnTo>
                  <a:pt x="6068378" y="4482190"/>
                </a:lnTo>
                <a:lnTo>
                  <a:pt x="6079877" y="4488774"/>
                </a:lnTo>
                <a:lnTo>
                  <a:pt x="6086208" y="4495533"/>
                </a:lnTo>
                <a:lnTo>
                  <a:pt x="6105334" y="4509845"/>
                </a:lnTo>
                <a:lnTo>
                  <a:pt x="6140831" y="4553846"/>
                </a:lnTo>
                <a:lnTo>
                  <a:pt x="6140866" y="4553883"/>
                </a:lnTo>
                <a:cubicBezTo>
                  <a:pt x="6157173" y="4580271"/>
                  <a:pt x="6167359" y="4608714"/>
                  <a:pt x="6171818" y="4637555"/>
                </a:cubicBezTo>
                <a:lnTo>
                  <a:pt x="6171818" y="4637560"/>
                </a:lnTo>
                <a:lnTo>
                  <a:pt x="6171818" y="4637561"/>
                </a:lnTo>
                <a:cubicBezTo>
                  <a:pt x="6185193" y="4724083"/>
                  <a:pt x="6147015" y="4814187"/>
                  <a:pt x="6067853" y="4863106"/>
                </a:cubicBezTo>
                <a:cubicBezTo>
                  <a:pt x="5962303" y="4928332"/>
                  <a:pt x="5823862" y="4895642"/>
                  <a:pt x="5758636" y="4790093"/>
                </a:cubicBezTo>
                <a:cubicBezTo>
                  <a:pt x="5742329" y="4763705"/>
                  <a:pt x="5732144" y="4735262"/>
                  <a:pt x="5727684" y="4706421"/>
                </a:cubicBezTo>
                <a:lnTo>
                  <a:pt x="5727684" y="4706416"/>
                </a:lnTo>
                <a:lnTo>
                  <a:pt x="5727684" y="4706415"/>
                </a:lnTo>
                <a:cubicBezTo>
                  <a:pt x="5714309" y="4619892"/>
                  <a:pt x="5752487" y="4529789"/>
                  <a:pt x="5831650" y="4480870"/>
                </a:cubicBezTo>
                <a:cubicBezTo>
                  <a:pt x="5844843" y="4472717"/>
                  <a:pt x="5858551" y="4466093"/>
                  <a:pt x="5872565" y="4460951"/>
                </a:cubicBezTo>
                <a:lnTo>
                  <a:pt x="5887123" y="4457194"/>
                </a:lnTo>
                <a:lnTo>
                  <a:pt x="5893791" y="4454348"/>
                </a:lnTo>
                <a:lnTo>
                  <a:pt x="5901185" y="4453566"/>
                </a:lnTo>
                <a:lnTo>
                  <a:pt x="5915321" y="4449918"/>
                </a:lnTo>
                <a:cubicBezTo>
                  <a:pt x="5929741" y="4447689"/>
                  <a:pt x="5944262" y="4446892"/>
                  <a:pt x="5958673" y="4447478"/>
                </a:cubicBezTo>
                <a:close/>
                <a:moveTo>
                  <a:pt x="939710" y="4446723"/>
                </a:moveTo>
                <a:lnTo>
                  <a:pt x="939715" y="4446724"/>
                </a:lnTo>
                <a:lnTo>
                  <a:pt x="939720" y="4446723"/>
                </a:lnTo>
                <a:cubicBezTo>
                  <a:pt x="1063795" y="4446723"/>
                  <a:pt x="1164377" y="4547305"/>
                  <a:pt x="1164377" y="4671379"/>
                </a:cubicBezTo>
                <a:cubicBezTo>
                  <a:pt x="1164377" y="4795453"/>
                  <a:pt x="1063795" y="4896035"/>
                  <a:pt x="939720" y="4896035"/>
                </a:cubicBezTo>
                <a:lnTo>
                  <a:pt x="939715" y="4896035"/>
                </a:lnTo>
                <a:lnTo>
                  <a:pt x="939710" y="4896035"/>
                </a:lnTo>
                <a:cubicBezTo>
                  <a:pt x="815636" y="4896035"/>
                  <a:pt x="715054" y="4795453"/>
                  <a:pt x="715054" y="4671379"/>
                </a:cubicBezTo>
                <a:cubicBezTo>
                  <a:pt x="715054" y="4547305"/>
                  <a:pt x="815636" y="4446723"/>
                  <a:pt x="939710" y="4446723"/>
                </a:cubicBezTo>
                <a:close/>
                <a:moveTo>
                  <a:pt x="8733341" y="4078287"/>
                </a:moveTo>
                <a:cubicBezTo>
                  <a:pt x="8753239" y="4078287"/>
                  <a:pt x="8769286" y="4094334"/>
                  <a:pt x="8769286" y="4114232"/>
                </a:cubicBezTo>
                <a:lnTo>
                  <a:pt x="8769147" y="4114553"/>
                </a:lnTo>
                <a:lnTo>
                  <a:pt x="8769286" y="4114874"/>
                </a:lnTo>
                <a:cubicBezTo>
                  <a:pt x="8769286" y="4134772"/>
                  <a:pt x="8753239" y="4150819"/>
                  <a:pt x="8733341" y="4150819"/>
                </a:cubicBezTo>
                <a:cubicBezTo>
                  <a:pt x="8713443" y="4150819"/>
                  <a:pt x="8697396" y="4134772"/>
                  <a:pt x="8697396" y="4114874"/>
                </a:cubicBezTo>
                <a:lnTo>
                  <a:pt x="8697529" y="4114553"/>
                </a:lnTo>
                <a:lnTo>
                  <a:pt x="8697396" y="4114232"/>
                </a:lnTo>
                <a:cubicBezTo>
                  <a:pt x="8697396" y="4094334"/>
                  <a:pt x="8713443" y="4078287"/>
                  <a:pt x="8733341" y="4078287"/>
                </a:cubicBezTo>
                <a:close/>
                <a:moveTo>
                  <a:pt x="8176194" y="4041058"/>
                </a:moveTo>
                <a:cubicBezTo>
                  <a:pt x="8216631" y="4041058"/>
                  <a:pt x="8250009" y="4073794"/>
                  <a:pt x="8249367" y="4114232"/>
                </a:cubicBezTo>
                <a:lnTo>
                  <a:pt x="8249302" y="4114553"/>
                </a:lnTo>
                <a:lnTo>
                  <a:pt x="8249367" y="4114873"/>
                </a:lnTo>
                <a:cubicBezTo>
                  <a:pt x="8250009" y="4155312"/>
                  <a:pt x="8216631" y="4188047"/>
                  <a:pt x="8176194" y="4188047"/>
                </a:cubicBezTo>
                <a:cubicBezTo>
                  <a:pt x="8135755" y="4188047"/>
                  <a:pt x="8103020" y="4155312"/>
                  <a:pt x="8103020" y="4114873"/>
                </a:cubicBezTo>
                <a:lnTo>
                  <a:pt x="8103084" y="4114553"/>
                </a:lnTo>
                <a:lnTo>
                  <a:pt x="8103020" y="4114232"/>
                </a:lnTo>
                <a:cubicBezTo>
                  <a:pt x="8103020" y="4073794"/>
                  <a:pt x="8135755" y="4041058"/>
                  <a:pt x="8176194" y="4041058"/>
                </a:cubicBezTo>
                <a:close/>
                <a:moveTo>
                  <a:pt x="0" y="4030788"/>
                </a:moveTo>
                <a:cubicBezTo>
                  <a:pt x="12196" y="4056463"/>
                  <a:pt x="19256" y="4084063"/>
                  <a:pt x="19256" y="4114232"/>
                </a:cubicBezTo>
                <a:cubicBezTo>
                  <a:pt x="19256" y="4144400"/>
                  <a:pt x="12196" y="4172642"/>
                  <a:pt x="0" y="4197675"/>
                </a:cubicBezTo>
                <a:close/>
                <a:moveTo>
                  <a:pt x="7619392" y="3987950"/>
                </a:moveTo>
                <a:cubicBezTo>
                  <a:pt x="7651753" y="3987950"/>
                  <a:pt x="7684114" y="4000296"/>
                  <a:pt x="7708804" y="4024986"/>
                </a:cubicBezTo>
                <a:cubicBezTo>
                  <a:pt x="7758185" y="4074367"/>
                  <a:pt x="7758185" y="4154429"/>
                  <a:pt x="7708805" y="4203810"/>
                </a:cubicBezTo>
                <a:cubicBezTo>
                  <a:pt x="7659423" y="4253191"/>
                  <a:pt x="7579361" y="4253191"/>
                  <a:pt x="7529980" y="4203810"/>
                </a:cubicBezTo>
                <a:cubicBezTo>
                  <a:pt x="7480599" y="4154429"/>
                  <a:pt x="7480599" y="4074367"/>
                  <a:pt x="7529980" y="4024985"/>
                </a:cubicBezTo>
                <a:cubicBezTo>
                  <a:pt x="7542325" y="4012640"/>
                  <a:pt x="7556588" y="4003381"/>
                  <a:pt x="7571810" y="3997209"/>
                </a:cubicBezTo>
                <a:cubicBezTo>
                  <a:pt x="7587031" y="3991036"/>
                  <a:pt x="7603212" y="3987950"/>
                  <a:pt x="7619392" y="3987950"/>
                </a:cubicBezTo>
                <a:close/>
                <a:moveTo>
                  <a:pt x="7063185" y="3924237"/>
                </a:moveTo>
                <a:cubicBezTo>
                  <a:pt x="7167810" y="3924237"/>
                  <a:pt x="7253179" y="4008964"/>
                  <a:pt x="7253179" y="4114232"/>
                </a:cubicBezTo>
                <a:lnTo>
                  <a:pt x="7253114" y="4114553"/>
                </a:lnTo>
                <a:lnTo>
                  <a:pt x="7253179" y="4114874"/>
                </a:lnTo>
                <a:cubicBezTo>
                  <a:pt x="7253179" y="4220141"/>
                  <a:pt x="7167810" y="4304869"/>
                  <a:pt x="7063185" y="4304869"/>
                </a:cubicBezTo>
                <a:cubicBezTo>
                  <a:pt x="6957917" y="4304869"/>
                  <a:pt x="6873190" y="4219499"/>
                  <a:pt x="6873190" y="4114874"/>
                </a:cubicBezTo>
                <a:lnTo>
                  <a:pt x="6873255" y="4114553"/>
                </a:lnTo>
                <a:lnTo>
                  <a:pt x="6873190" y="4114232"/>
                </a:lnTo>
                <a:cubicBezTo>
                  <a:pt x="6873190" y="4009606"/>
                  <a:pt x="6957917" y="3924237"/>
                  <a:pt x="7063185" y="3924237"/>
                </a:cubicBezTo>
                <a:close/>
                <a:moveTo>
                  <a:pt x="8733341" y="3496749"/>
                </a:moveTo>
                <a:cubicBezTo>
                  <a:pt x="8766719" y="3496749"/>
                  <a:pt x="8794319" y="3523708"/>
                  <a:pt x="8794319" y="3557727"/>
                </a:cubicBezTo>
                <a:lnTo>
                  <a:pt x="8794250" y="3558046"/>
                </a:lnTo>
                <a:lnTo>
                  <a:pt x="8794319" y="3558369"/>
                </a:lnTo>
                <a:cubicBezTo>
                  <a:pt x="8794319" y="3592388"/>
                  <a:pt x="8766719" y="3619347"/>
                  <a:pt x="8733341" y="3619347"/>
                </a:cubicBezTo>
                <a:cubicBezTo>
                  <a:pt x="8699322" y="3619347"/>
                  <a:pt x="8672363" y="3591746"/>
                  <a:pt x="8672363" y="3558369"/>
                </a:cubicBezTo>
                <a:lnTo>
                  <a:pt x="8672428" y="3558048"/>
                </a:lnTo>
                <a:lnTo>
                  <a:pt x="8672363" y="3557727"/>
                </a:lnTo>
                <a:cubicBezTo>
                  <a:pt x="8672363" y="3524350"/>
                  <a:pt x="8699322" y="3496749"/>
                  <a:pt x="8733341" y="3496749"/>
                </a:cubicBezTo>
                <a:close/>
                <a:moveTo>
                  <a:pt x="8176194" y="3440264"/>
                </a:moveTo>
                <a:cubicBezTo>
                  <a:pt x="8241023" y="3440264"/>
                  <a:pt x="8293657" y="3492898"/>
                  <a:pt x="8293657" y="3557727"/>
                </a:cubicBezTo>
                <a:cubicBezTo>
                  <a:pt x="8293657" y="3622556"/>
                  <a:pt x="8241023" y="3675190"/>
                  <a:pt x="8176194" y="3675190"/>
                </a:cubicBezTo>
                <a:cubicBezTo>
                  <a:pt x="8111364" y="3675190"/>
                  <a:pt x="8058731" y="3622556"/>
                  <a:pt x="8058731" y="3557727"/>
                </a:cubicBezTo>
                <a:cubicBezTo>
                  <a:pt x="8058731" y="3492898"/>
                  <a:pt x="8111364" y="3440264"/>
                  <a:pt x="8176194" y="3440264"/>
                </a:cubicBezTo>
                <a:close/>
                <a:moveTo>
                  <a:pt x="7619689" y="3372225"/>
                </a:moveTo>
                <a:cubicBezTo>
                  <a:pt x="7722389" y="3372225"/>
                  <a:pt x="7805191" y="3455027"/>
                  <a:pt x="7805191" y="3557726"/>
                </a:cubicBezTo>
                <a:cubicBezTo>
                  <a:pt x="7805191" y="3660426"/>
                  <a:pt x="7722389" y="3743228"/>
                  <a:pt x="7619689" y="3743228"/>
                </a:cubicBezTo>
                <a:cubicBezTo>
                  <a:pt x="7516989" y="3743228"/>
                  <a:pt x="7434187" y="3660426"/>
                  <a:pt x="7434187" y="3557726"/>
                </a:cubicBezTo>
                <a:cubicBezTo>
                  <a:pt x="7434187" y="3455027"/>
                  <a:pt x="7516989" y="3372225"/>
                  <a:pt x="7619689" y="3372225"/>
                </a:cubicBezTo>
                <a:close/>
                <a:moveTo>
                  <a:pt x="9289846" y="2954365"/>
                </a:moveTo>
                <a:cubicBezTo>
                  <a:pt x="9315521" y="2954365"/>
                  <a:pt x="9336702" y="2975547"/>
                  <a:pt x="9336702" y="3001222"/>
                </a:cubicBezTo>
                <a:cubicBezTo>
                  <a:pt x="9336702" y="3026897"/>
                  <a:pt x="9315521" y="3048079"/>
                  <a:pt x="9289846" y="3048079"/>
                </a:cubicBezTo>
                <a:cubicBezTo>
                  <a:pt x="9264171" y="3048079"/>
                  <a:pt x="9242989" y="3026897"/>
                  <a:pt x="9242989" y="3001222"/>
                </a:cubicBezTo>
                <a:cubicBezTo>
                  <a:pt x="9242989" y="2975547"/>
                  <a:pt x="9264171" y="2954365"/>
                  <a:pt x="9289846" y="2954365"/>
                </a:cubicBezTo>
                <a:close/>
                <a:moveTo>
                  <a:pt x="8733340" y="2907508"/>
                </a:moveTo>
                <a:cubicBezTo>
                  <a:pt x="8784690" y="2907508"/>
                  <a:pt x="8827054" y="2949230"/>
                  <a:pt x="8827054" y="3001221"/>
                </a:cubicBezTo>
                <a:cubicBezTo>
                  <a:pt x="8827054" y="3053214"/>
                  <a:pt x="8784690" y="3094935"/>
                  <a:pt x="8733340" y="3094935"/>
                </a:cubicBezTo>
                <a:cubicBezTo>
                  <a:pt x="8720503" y="3094935"/>
                  <a:pt x="8708227" y="3092328"/>
                  <a:pt x="8697034" y="3087604"/>
                </a:cubicBezTo>
                <a:lnTo>
                  <a:pt x="8696959" y="3087553"/>
                </a:lnTo>
                <a:lnTo>
                  <a:pt x="8696764" y="3087513"/>
                </a:lnTo>
                <a:lnTo>
                  <a:pt x="8680809" y="3076702"/>
                </a:lnTo>
                <a:lnTo>
                  <a:pt x="8667228" y="3067575"/>
                </a:lnTo>
                <a:lnTo>
                  <a:pt x="8667130" y="3067431"/>
                </a:lnTo>
                <a:lnTo>
                  <a:pt x="8666987" y="3067334"/>
                </a:lnTo>
                <a:lnTo>
                  <a:pt x="8657924" y="3053847"/>
                </a:lnTo>
                <a:lnTo>
                  <a:pt x="8647049" y="3037799"/>
                </a:lnTo>
                <a:lnTo>
                  <a:pt x="8647009" y="3037602"/>
                </a:lnTo>
                <a:lnTo>
                  <a:pt x="8646958" y="3037527"/>
                </a:lnTo>
                <a:cubicBezTo>
                  <a:pt x="8642235" y="3026335"/>
                  <a:pt x="8639627" y="3014059"/>
                  <a:pt x="8639627" y="3001221"/>
                </a:cubicBezTo>
                <a:cubicBezTo>
                  <a:pt x="8639627" y="2988384"/>
                  <a:pt x="8642235" y="2976108"/>
                  <a:pt x="8646958" y="2964916"/>
                </a:cubicBezTo>
                <a:lnTo>
                  <a:pt x="8647009" y="2964840"/>
                </a:lnTo>
                <a:lnTo>
                  <a:pt x="8647049" y="2964645"/>
                </a:lnTo>
                <a:lnTo>
                  <a:pt x="8657890" y="2948647"/>
                </a:lnTo>
                <a:lnTo>
                  <a:pt x="8666987" y="2935109"/>
                </a:lnTo>
                <a:lnTo>
                  <a:pt x="8667130" y="2935011"/>
                </a:lnTo>
                <a:lnTo>
                  <a:pt x="8667228" y="2934868"/>
                </a:lnTo>
                <a:lnTo>
                  <a:pt x="8680764" y="2925772"/>
                </a:lnTo>
                <a:lnTo>
                  <a:pt x="8696764" y="2914930"/>
                </a:lnTo>
                <a:lnTo>
                  <a:pt x="8696959" y="2914890"/>
                </a:lnTo>
                <a:lnTo>
                  <a:pt x="8697034" y="2914840"/>
                </a:lnTo>
                <a:cubicBezTo>
                  <a:pt x="8708227" y="2910116"/>
                  <a:pt x="8720503" y="2907508"/>
                  <a:pt x="8733340" y="2907508"/>
                </a:cubicBezTo>
                <a:close/>
                <a:moveTo>
                  <a:pt x="8176195" y="2838828"/>
                </a:moveTo>
                <a:cubicBezTo>
                  <a:pt x="8266057" y="2838828"/>
                  <a:pt x="8338588" y="2911360"/>
                  <a:pt x="8338588" y="3001222"/>
                </a:cubicBezTo>
                <a:cubicBezTo>
                  <a:pt x="8338588" y="3091085"/>
                  <a:pt x="8266057" y="3163617"/>
                  <a:pt x="8176195" y="3163617"/>
                </a:cubicBezTo>
                <a:cubicBezTo>
                  <a:pt x="8086332" y="3163617"/>
                  <a:pt x="8013800" y="3091085"/>
                  <a:pt x="8013800" y="3001222"/>
                </a:cubicBezTo>
                <a:cubicBezTo>
                  <a:pt x="8013800" y="2911360"/>
                  <a:pt x="8086332" y="2838828"/>
                  <a:pt x="8176195" y="2838828"/>
                </a:cubicBezTo>
                <a:close/>
                <a:moveTo>
                  <a:pt x="9289846" y="2378604"/>
                </a:moveTo>
                <a:cubicBezTo>
                  <a:pt x="9326433" y="2378604"/>
                  <a:pt x="9355959" y="2408130"/>
                  <a:pt x="9355959" y="2444075"/>
                </a:cubicBezTo>
                <a:cubicBezTo>
                  <a:pt x="9355959" y="2480662"/>
                  <a:pt x="9326433" y="2510188"/>
                  <a:pt x="9289846" y="2510188"/>
                </a:cubicBezTo>
                <a:cubicBezTo>
                  <a:pt x="9253259" y="2510188"/>
                  <a:pt x="9223733" y="2480662"/>
                  <a:pt x="9223733" y="2444075"/>
                </a:cubicBezTo>
                <a:cubicBezTo>
                  <a:pt x="9223733" y="2407488"/>
                  <a:pt x="9253259" y="2378604"/>
                  <a:pt x="9289846" y="2378604"/>
                </a:cubicBezTo>
                <a:close/>
                <a:moveTo>
                  <a:pt x="8733341" y="2316342"/>
                </a:moveTo>
                <a:cubicBezTo>
                  <a:pt x="8750993" y="2316342"/>
                  <a:pt x="8767842" y="2319913"/>
                  <a:pt x="8783186" y="2326382"/>
                </a:cubicBezTo>
                <a:lnTo>
                  <a:pt x="8783262" y="2326432"/>
                </a:lnTo>
                <a:lnTo>
                  <a:pt x="8783457" y="2326472"/>
                </a:lnTo>
                <a:lnTo>
                  <a:pt x="8805377" y="2341293"/>
                </a:lnTo>
                <a:lnTo>
                  <a:pt x="8824006" y="2353812"/>
                </a:lnTo>
                <a:lnTo>
                  <a:pt x="8824103" y="2353955"/>
                </a:lnTo>
                <a:lnTo>
                  <a:pt x="8824247" y="2354052"/>
                </a:lnTo>
                <a:lnTo>
                  <a:pt x="8836766" y="2372684"/>
                </a:lnTo>
                <a:lnTo>
                  <a:pt x="8851586" y="2394601"/>
                </a:lnTo>
                <a:lnTo>
                  <a:pt x="8851626" y="2394796"/>
                </a:lnTo>
                <a:lnTo>
                  <a:pt x="8851677" y="2394872"/>
                </a:lnTo>
                <a:cubicBezTo>
                  <a:pt x="8858146" y="2410216"/>
                  <a:pt x="8861716" y="2427066"/>
                  <a:pt x="8861716" y="2444717"/>
                </a:cubicBezTo>
                <a:cubicBezTo>
                  <a:pt x="8861716" y="2515323"/>
                  <a:pt x="8804589" y="2573092"/>
                  <a:pt x="8733341" y="2573092"/>
                </a:cubicBezTo>
                <a:cubicBezTo>
                  <a:pt x="8715689" y="2573092"/>
                  <a:pt x="8698840" y="2569522"/>
                  <a:pt x="8683496" y="2563053"/>
                </a:cubicBezTo>
                <a:lnTo>
                  <a:pt x="8683420" y="2563002"/>
                </a:lnTo>
                <a:lnTo>
                  <a:pt x="8683225" y="2562963"/>
                </a:lnTo>
                <a:lnTo>
                  <a:pt x="8661295" y="2548134"/>
                </a:lnTo>
                <a:lnTo>
                  <a:pt x="8642676" y="2535623"/>
                </a:lnTo>
                <a:lnTo>
                  <a:pt x="8642579" y="2535479"/>
                </a:lnTo>
                <a:lnTo>
                  <a:pt x="8642436" y="2535382"/>
                </a:lnTo>
                <a:lnTo>
                  <a:pt x="8629916" y="2516751"/>
                </a:lnTo>
                <a:lnTo>
                  <a:pt x="8615096" y="2494834"/>
                </a:lnTo>
                <a:lnTo>
                  <a:pt x="8615056" y="2494638"/>
                </a:lnTo>
                <a:lnTo>
                  <a:pt x="8615005" y="2494563"/>
                </a:lnTo>
                <a:cubicBezTo>
                  <a:pt x="8608536" y="2479218"/>
                  <a:pt x="8604966" y="2462369"/>
                  <a:pt x="8604966" y="2444717"/>
                </a:cubicBezTo>
                <a:cubicBezTo>
                  <a:pt x="8604966" y="2427066"/>
                  <a:pt x="8608536" y="2410216"/>
                  <a:pt x="8615005" y="2394872"/>
                </a:cubicBezTo>
                <a:lnTo>
                  <a:pt x="8615056" y="2394796"/>
                </a:lnTo>
                <a:lnTo>
                  <a:pt x="8615096" y="2394601"/>
                </a:lnTo>
                <a:lnTo>
                  <a:pt x="8629916" y="2372683"/>
                </a:lnTo>
                <a:lnTo>
                  <a:pt x="8642436" y="2354052"/>
                </a:lnTo>
                <a:lnTo>
                  <a:pt x="8642579" y="2353955"/>
                </a:lnTo>
                <a:lnTo>
                  <a:pt x="8642676" y="2353812"/>
                </a:lnTo>
                <a:lnTo>
                  <a:pt x="8661295" y="2341300"/>
                </a:lnTo>
                <a:lnTo>
                  <a:pt x="8683225" y="2326472"/>
                </a:lnTo>
                <a:lnTo>
                  <a:pt x="8683420" y="2326432"/>
                </a:lnTo>
                <a:lnTo>
                  <a:pt x="8683496" y="2326382"/>
                </a:lnTo>
                <a:cubicBezTo>
                  <a:pt x="8698840" y="2319913"/>
                  <a:pt x="8715689" y="2316342"/>
                  <a:pt x="8733341" y="2316342"/>
                </a:cubicBezTo>
                <a:close/>
                <a:moveTo>
                  <a:pt x="8176194" y="2230973"/>
                </a:moveTo>
                <a:cubicBezTo>
                  <a:pt x="8294299" y="2230973"/>
                  <a:pt x="8390580" y="2326612"/>
                  <a:pt x="8389938" y="2444717"/>
                </a:cubicBezTo>
                <a:cubicBezTo>
                  <a:pt x="8390580" y="2562822"/>
                  <a:pt x="8294299" y="2658462"/>
                  <a:pt x="8176194" y="2658462"/>
                </a:cubicBezTo>
                <a:cubicBezTo>
                  <a:pt x="8058089" y="2658462"/>
                  <a:pt x="7962450" y="2562822"/>
                  <a:pt x="7962450" y="2444717"/>
                </a:cubicBezTo>
                <a:cubicBezTo>
                  <a:pt x="7962450" y="2326612"/>
                  <a:pt x="8058089" y="2230973"/>
                  <a:pt x="8176194" y="2230973"/>
                </a:cubicBezTo>
                <a:close/>
                <a:moveTo>
                  <a:pt x="9846351" y="1849709"/>
                </a:moveTo>
                <a:cubicBezTo>
                  <a:pt x="9866890" y="1849709"/>
                  <a:pt x="9884221" y="1866398"/>
                  <a:pt x="9884221" y="1887579"/>
                </a:cubicBezTo>
                <a:lnTo>
                  <a:pt x="9884088" y="1887897"/>
                </a:lnTo>
                <a:lnTo>
                  <a:pt x="9884221" y="1888215"/>
                </a:lnTo>
                <a:cubicBezTo>
                  <a:pt x="9884221" y="1909397"/>
                  <a:pt x="9866890" y="1926085"/>
                  <a:pt x="9846351" y="1926085"/>
                </a:cubicBezTo>
                <a:cubicBezTo>
                  <a:pt x="9825169" y="1926085"/>
                  <a:pt x="9808480" y="1908755"/>
                  <a:pt x="9808480" y="1888215"/>
                </a:cubicBezTo>
                <a:lnTo>
                  <a:pt x="9808613" y="1887897"/>
                </a:lnTo>
                <a:lnTo>
                  <a:pt x="9808480" y="1887579"/>
                </a:lnTo>
                <a:cubicBezTo>
                  <a:pt x="9808480" y="1867040"/>
                  <a:pt x="9825169" y="1849709"/>
                  <a:pt x="9846351" y="1849709"/>
                </a:cubicBezTo>
                <a:close/>
                <a:moveTo>
                  <a:pt x="9289846" y="1802846"/>
                </a:moveTo>
                <a:cubicBezTo>
                  <a:pt x="9336702" y="1802846"/>
                  <a:pt x="9374573" y="1840716"/>
                  <a:pt x="9374573" y="1887573"/>
                </a:cubicBezTo>
                <a:lnTo>
                  <a:pt x="9374508" y="1887897"/>
                </a:lnTo>
                <a:lnTo>
                  <a:pt x="9374573" y="1888221"/>
                </a:lnTo>
                <a:cubicBezTo>
                  <a:pt x="9374573" y="1935078"/>
                  <a:pt x="9336702" y="1972949"/>
                  <a:pt x="9289846" y="1972949"/>
                </a:cubicBezTo>
                <a:cubicBezTo>
                  <a:pt x="9242989" y="1972949"/>
                  <a:pt x="9205118" y="1935078"/>
                  <a:pt x="9205118" y="1888221"/>
                </a:cubicBezTo>
                <a:lnTo>
                  <a:pt x="9205183" y="1887897"/>
                </a:lnTo>
                <a:lnTo>
                  <a:pt x="9205118" y="1887573"/>
                </a:lnTo>
                <a:cubicBezTo>
                  <a:pt x="9205118" y="1840716"/>
                  <a:pt x="9242989" y="1802846"/>
                  <a:pt x="9289846" y="1802846"/>
                </a:cubicBezTo>
                <a:close/>
                <a:moveTo>
                  <a:pt x="8733341" y="1725828"/>
                </a:moveTo>
                <a:cubicBezTo>
                  <a:pt x="8822562" y="1725828"/>
                  <a:pt x="8895094" y="1798360"/>
                  <a:pt x="8895094" y="1887580"/>
                </a:cubicBezTo>
                <a:lnTo>
                  <a:pt x="8895028" y="1887898"/>
                </a:lnTo>
                <a:lnTo>
                  <a:pt x="8895094" y="1888215"/>
                </a:lnTo>
                <a:cubicBezTo>
                  <a:pt x="8895094" y="1977436"/>
                  <a:pt x="8822562" y="2049968"/>
                  <a:pt x="8733341" y="2049968"/>
                </a:cubicBezTo>
                <a:cubicBezTo>
                  <a:pt x="8644120" y="2049968"/>
                  <a:pt x="8571589" y="1977436"/>
                  <a:pt x="8571589" y="1888215"/>
                </a:cubicBezTo>
                <a:lnTo>
                  <a:pt x="8571653" y="1887898"/>
                </a:lnTo>
                <a:lnTo>
                  <a:pt x="8571589" y="1887580"/>
                </a:lnTo>
                <a:cubicBezTo>
                  <a:pt x="8571589" y="1798360"/>
                  <a:pt x="8644120" y="1725828"/>
                  <a:pt x="8733341" y="1725828"/>
                </a:cubicBezTo>
                <a:close/>
                <a:moveTo>
                  <a:pt x="9846351" y="1283568"/>
                </a:moveTo>
                <a:cubicBezTo>
                  <a:pt x="9872668" y="1283568"/>
                  <a:pt x="9893850" y="1304750"/>
                  <a:pt x="9893850" y="1331067"/>
                </a:cubicBezTo>
                <a:lnTo>
                  <a:pt x="9893849" y="1331071"/>
                </a:lnTo>
                <a:lnTo>
                  <a:pt x="9893850" y="1331074"/>
                </a:lnTo>
                <a:cubicBezTo>
                  <a:pt x="9893850" y="1357390"/>
                  <a:pt x="9872668" y="1378572"/>
                  <a:pt x="9846351" y="1378572"/>
                </a:cubicBezTo>
                <a:cubicBezTo>
                  <a:pt x="9820034" y="1378572"/>
                  <a:pt x="9798852" y="1357390"/>
                  <a:pt x="9798852" y="1331074"/>
                </a:cubicBezTo>
                <a:lnTo>
                  <a:pt x="9798853" y="1331071"/>
                </a:lnTo>
                <a:lnTo>
                  <a:pt x="9798852" y="1331067"/>
                </a:lnTo>
                <a:cubicBezTo>
                  <a:pt x="9798852" y="1304750"/>
                  <a:pt x="9820034" y="1283568"/>
                  <a:pt x="9846351" y="1283568"/>
                </a:cubicBezTo>
                <a:close/>
                <a:moveTo>
                  <a:pt x="9289846" y="1227085"/>
                </a:moveTo>
                <a:cubicBezTo>
                  <a:pt x="9346972" y="1227085"/>
                  <a:pt x="9393829" y="1273942"/>
                  <a:pt x="9393829" y="1331069"/>
                </a:cubicBezTo>
                <a:lnTo>
                  <a:pt x="9393764" y="1331392"/>
                </a:lnTo>
                <a:lnTo>
                  <a:pt x="9393829" y="1331716"/>
                </a:lnTo>
                <a:cubicBezTo>
                  <a:pt x="9393829" y="1388843"/>
                  <a:pt x="9346972" y="1435699"/>
                  <a:pt x="9289846" y="1435699"/>
                </a:cubicBezTo>
                <a:cubicBezTo>
                  <a:pt x="9232077" y="1435699"/>
                  <a:pt x="9185862" y="1388843"/>
                  <a:pt x="9185862" y="1331716"/>
                </a:cubicBezTo>
                <a:lnTo>
                  <a:pt x="9185928" y="1331392"/>
                </a:lnTo>
                <a:lnTo>
                  <a:pt x="9185862" y="1331069"/>
                </a:lnTo>
                <a:cubicBezTo>
                  <a:pt x="9185862" y="1273942"/>
                  <a:pt x="9232077" y="1227085"/>
                  <a:pt x="9289846" y="1227085"/>
                </a:cubicBezTo>
                <a:close/>
                <a:moveTo>
                  <a:pt x="8733341" y="1144925"/>
                </a:moveTo>
                <a:cubicBezTo>
                  <a:pt x="8836040" y="1144925"/>
                  <a:pt x="8919484" y="1228369"/>
                  <a:pt x="8919484" y="1331069"/>
                </a:cubicBezTo>
                <a:lnTo>
                  <a:pt x="8919483" y="1331072"/>
                </a:lnTo>
                <a:lnTo>
                  <a:pt x="8919484" y="1331076"/>
                </a:lnTo>
                <a:cubicBezTo>
                  <a:pt x="8919484" y="1433776"/>
                  <a:pt x="8836040" y="1517219"/>
                  <a:pt x="8733341" y="1517219"/>
                </a:cubicBezTo>
                <a:cubicBezTo>
                  <a:pt x="8630641" y="1517219"/>
                  <a:pt x="8547197" y="1433776"/>
                  <a:pt x="8547197" y="1331076"/>
                </a:cubicBezTo>
                <a:lnTo>
                  <a:pt x="8547198" y="1331072"/>
                </a:lnTo>
                <a:lnTo>
                  <a:pt x="8547197" y="1331069"/>
                </a:lnTo>
                <a:cubicBezTo>
                  <a:pt x="8547197" y="1228369"/>
                  <a:pt x="8630641" y="1144925"/>
                  <a:pt x="8733341" y="1144925"/>
                </a:cubicBezTo>
                <a:close/>
                <a:moveTo>
                  <a:pt x="9846351" y="721287"/>
                </a:moveTo>
                <a:cubicBezTo>
                  <a:pt x="9875877" y="721287"/>
                  <a:pt x="9899627" y="745036"/>
                  <a:pt x="9899627" y="774563"/>
                </a:cubicBezTo>
                <a:lnTo>
                  <a:pt x="9899626" y="774566"/>
                </a:lnTo>
                <a:lnTo>
                  <a:pt x="9899627" y="774569"/>
                </a:lnTo>
                <a:cubicBezTo>
                  <a:pt x="9899627" y="804095"/>
                  <a:pt x="9875877" y="827844"/>
                  <a:pt x="9846351" y="827844"/>
                </a:cubicBezTo>
                <a:cubicBezTo>
                  <a:pt x="9816825" y="827844"/>
                  <a:pt x="9793075" y="804095"/>
                  <a:pt x="9793075" y="774569"/>
                </a:cubicBezTo>
                <a:lnTo>
                  <a:pt x="9793076" y="774566"/>
                </a:lnTo>
                <a:lnTo>
                  <a:pt x="9793075" y="774563"/>
                </a:lnTo>
                <a:cubicBezTo>
                  <a:pt x="9793075" y="745036"/>
                  <a:pt x="9816825" y="721287"/>
                  <a:pt x="9846351" y="721287"/>
                </a:cubicBezTo>
                <a:close/>
                <a:moveTo>
                  <a:pt x="9289847" y="657747"/>
                </a:moveTo>
                <a:cubicBezTo>
                  <a:pt x="9354034" y="657747"/>
                  <a:pt x="9406667" y="709739"/>
                  <a:pt x="9406667" y="774568"/>
                </a:cubicBezTo>
                <a:lnTo>
                  <a:pt x="9406601" y="774885"/>
                </a:lnTo>
                <a:lnTo>
                  <a:pt x="9406667" y="775204"/>
                </a:lnTo>
                <a:cubicBezTo>
                  <a:pt x="9406667" y="840033"/>
                  <a:pt x="9354034" y="892025"/>
                  <a:pt x="9289847" y="892025"/>
                </a:cubicBezTo>
                <a:cubicBezTo>
                  <a:pt x="9225017" y="892025"/>
                  <a:pt x="9173025" y="839391"/>
                  <a:pt x="9173025" y="775204"/>
                </a:cubicBezTo>
                <a:lnTo>
                  <a:pt x="9173089" y="774886"/>
                </a:lnTo>
                <a:lnTo>
                  <a:pt x="9173025" y="774568"/>
                </a:lnTo>
                <a:cubicBezTo>
                  <a:pt x="9173025" y="710381"/>
                  <a:pt x="9225017" y="657747"/>
                  <a:pt x="9289847" y="657747"/>
                </a:cubicBezTo>
                <a:close/>
                <a:moveTo>
                  <a:pt x="8733165" y="568394"/>
                </a:moveTo>
                <a:lnTo>
                  <a:pt x="8738850" y="568939"/>
                </a:lnTo>
                <a:lnTo>
                  <a:pt x="8739361" y="568866"/>
                </a:lnTo>
                <a:lnTo>
                  <a:pt x="8742720" y="569310"/>
                </a:lnTo>
                <a:lnTo>
                  <a:pt x="8772517" y="572166"/>
                </a:lnTo>
                <a:lnTo>
                  <a:pt x="8779110" y="574120"/>
                </a:lnTo>
                <a:lnTo>
                  <a:pt x="8780734" y="574335"/>
                </a:lnTo>
                <a:lnTo>
                  <a:pt x="8786198" y="576220"/>
                </a:lnTo>
                <a:lnTo>
                  <a:pt x="8810698" y="583481"/>
                </a:lnTo>
                <a:lnTo>
                  <a:pt x="8817299" y="586955"/>
                </a:lnTo>
                <a:lnTo>
                  <a:pt x="8820184" y="587951"/>
                </a:lnTo>
                <a:lnTo>
                  <a:pt x="8828406" y="592800"/>
                </a:lnTo>
                <a:lnTo>
                  <a:pt x="8846535" y="602340"/>
                </a:lnTo>
                <a:lnTo>
                  <a:pt x="8851608" y="606484"/>
                </a:lnTo>
                <a:lnTo>
                  <a:pt x="8855065" y="608523"/>
                </a:lnTo>
                <a:lnTo>
                  <a:pt x="8858018" y="611719"/>
                </a:lnTo>
                <a:lnTo>
                  <a:pt x="8878857" y="628742"/>
                </a:lnTo>
                <a:lnTo>
                  <a:pt x="8891949" y="648458"/>
                </a:lnTo>
                <a:lnTo>
                  <a:pt x="8908655" y="666546"/>
                </a:lnTo>
                <a:lnTo>
                  <a:pt x="8914857" y="682955"/>
                </a:lnTo>
                <a:lnTo>
                  <a:pt x="8924117" y="696901"/>
                </a:lnTo>
                <a:lnTo>
                  <a:pt x="8928352" y="718665"/>
                </a:lnTo>
                <a:lnTo>
                  <a:pt x="8936578" y="740430"/>
                </a:lnTo>
                <a:lnTo>
                  <a:pt x="8938781" y="772260"/>
                </a:lnTo>
                <a:lnTo>
                  <a:pt x="8939204" y="774434"/>
                </a:lnTo>
                <a:lnTo>
                  <a:pt x="8939003" y="775467"/>
                </a:lnTo>
                <a:lnTo>
                  <a:pt x="8939374" y="780829"/>
                </a:lnTo>
                <a:cubicBezTo>
                  <a:pt x="8938963" y="794513"/>
                  <a:pt x="8937175" y="808359"/>
                  <a:pt x="8933906" y="822202"/>
                </a:cubicBezTo>
                <a:lnTo>
                  <a:pt x="8926978" y="837265"/>
                </a:lnTo>
                <a:lnTo>
                  <a:pt x="8924117" y="851967"/>
                </a:lnTo>
                <a:lnTo>
                  <a:pt x="8911425" y="871080"/>
                </a:lnTo>
                <a:lnTo>
                  <a:pt x="8899718" y="896533"/>
                </a:lnTo>
                <a:lnTo>
                  <a:pt x="8886283" y="908942"/>
                </a:lnTo>
                <a:lnTo>
                  <a:pt x="8878856" y="920126"/>
                </a:lnTo>
                <a:cubicBezTo>
                  <a:pt x="8868798" y="930184"/>
                  <a:pt x="8857959" y="938984"/>
                  <a:pt x="8846534" y="946528"/>
                </a:cubicBezTo>
                <a:lnTo>
                  <a:pt x="8844334" y="947686"/>
                </a:lnTo>
                <a:lnTo>
                  <a:pt x="8841695" y="950123"/>
                </a:lnTo>
                <a:cubicBezTo>
                  <a:pt x="8819267" y="963982"/>
                  <a:pt x="8794196" y="973564"/>
                  <a:pt x="8767810" y="978046"/>
                </a:cubicBezTo>
                <a:lnTo>
                  <a:pt x="8734266" y="980368"/>
                </a:lnTo>
                <a:lnTo>
                  <a:pt x="8733165" y="980473"/>
                </a:lnTo>
                <a:lnTo>
                  <a:pt x="8732987" y="980456"/>
                </a:lnTo>
                <a:lnTo>
                  <a:pt x="8727412" y="980842"/>
                </a:lnTo>
                <a:lnTo>
                  <a:pt x="8702082" y="977494"/>
                </a:lnTo>
                <a:lnTo>
                  <a:pt x="8693812" y="976701"/>
                </a:lnTo>
                <a:lnTo>
                  <a:pt x="8691982" y="976159"/>
                </a:lnTo>
                <a:lnTo>
                  <a:pt x="8686038" y="975373"/>
                </a:lnTo>
                <a:lnTo>
                  <a:pt x="8666035" y="968469"/>
                </a:lnTo>
                <a:lnTo>
                  <a:pt x="8655632" y="965386"/>
                </a:lnTo>
                <a:lnTo>
                  <a:pt x="8652829" y="963911"/>
                </a:lnTo>
                <a:lnTo>
                  <a:pt x="8646588" y="961757"/>
                </a:lnTo>
                <a:lnTo>
                  <a:pt x="8628806" y="951270"/>
                </a:lnTo>
                <a:lnTo>
                  <a:pt x="8619795" y="946528"/>
                </a:lnTo>
                <a:lnTo>
                  <a:pt x="8617273" y="944468"/>
                </a:lnTo>
                <a:lnTo>
                  <a:pt x="8611707" y="941186"/>
                </a:lnTo>
                <a:lnTo>
                  <a:pt x="8606954" y="936039"/>
                </a:lnTo>
                <a:lnTo>
                  <a:pt x="8587473" y="920126"/>
                </a:lnTo>
                <a:lnTo>
                  <a:pt x="8575234" y="901695"/>
                </a:lnTo>
                <a:lnTo>
                  <a:pt x="8558117" y="883162"/>
                </a:lnTo>
                <a:lnTo>
                  <a:pt x="8551763" y="866350"/>
                </a:lnTo>
                <a:lnTo>
                  <a:pt x="8542212" y="851967"/>
                </a:lnTo>
                <a:lnTo>
                  <a:pt x="8537844" y="829519"/>
                </a:lnTo>
                <a:lnTo>
                  <a:pt x="8530194" y="809278"/>
                </a:lnTo>
                <a:lnTo>
                  <a:pt x="8528145" y="779677"/>
                </a:lnTo>
                <a:lnTo>
                  <a:pt x="8527125" y="774434"/>
                </a:lnTo>
                <a:lnTo>
                  <a:pt x="8527610" y="771942"/>
                </a:lnTo>
                <a:lnTo>
                  <a:pt x="8527398" y="768879"/>
                </a:lnTo>
                <a:cubicBezTo>
                  <a:pt x="8527809" y="755195"/>
                  <a:pt x="8529597" y="741349"/>
                  <a:pt x="8532866" y="727506"/>
                </a:cubicBezTo>
                <a:lnTo>
                  <a:pt x="8539052" y="713137"/>
                </a:lnTo>
                <a:lnTo>
                  <a:pt x="8542212" y="696901"/>
                </a:lnTo>
                <a:lnTo>
                  <a:pt x="8553108" y="680492"/>
                </a:lnTo>
                <a:lnTo>
                  <a:pt x="8561314" y="661433"/>
                </a:lnTo>
                <a:lnTo>
                  <a:pt x="8576600" y="645115"/>
                </a:lnTo>
                <a:lnTo>
                  <a:pt x="8587472" y="628742"/>
                </a:lnTo>
                <a:lnTo>
                  <a:pt x="8606485" y="613212"/>
                </a:lnTo>
                <a:lnTo>
                  <a:pt x="8608773" y="610769"/>
                </a:lnTo>
                <a:lnTo>
                  <a:pt x="8610724" y="609749"/>
                </a:lnTo>
                <a:lnTo>
                  <a:pt x="8619794" y="602340"/>
                </a:lnTo>
                <a:cubicBezTo>
                  <a:pt x="8631219" y="594797"/>
                  <a:pt x="8643230" y="588510"/>
                  <a:pt x="8655631" y="583481"/>
                </a:cubicBezTo>
                <a:lnTo>
                  <a:pt x="8667964" y="579826"/>
                </a:lnTo>
                <a:lnTo>
                  <a:pt x="8669903" y="578812"/>
                </a:lnTo>
                <a:lnTo>
                  <a:pt x="8672770" y="578402"/>
                </a:lnTo>
                <a:lnTo>
                  <a:pt x="8693812" y="572166"/>
                </a:lnTo>
                <a:cubicBezTo>
                  <a:pt x="8706799" y="569651"/>
                  <a:pt x="8719982" y="568394"/>
                  <a:pt x="8733165" y="568394"/>
                </a:cubicBezTo>
                <a:close/>
                <a:moveTo>
                  <a:pt x="9846351" y="162856"/>
                </a:moveTo>
                <a:cubicBezTo>
                  <a:pt x="9869459" y="162856"/>
                  <a:pt x="9888955" y="176576"/>
                  <a:pt x="9897259" y="196434"/>
                </a:cubicBezTo>
                <a:lnTo>
                  <a:pt x="9901550" y="218047"/>
                </a:lnTo>
                <a:lnTo>
                  <a:pt x="9901550" y="218073"/>
                </a:lnTo>
                <a:lnTo>
                  <a:pt x="9897259" y="239415"/>
                </a:lnTo>
                <a:cubicBezTo>
                  <a:pt x="9888955" y="259183"/>
                  <a:pt x="9869459" y="273264"/>
                  <a:pt x="9846351" y="273264"/>
                </a:cubicBezTo>
                <a:lnTo>
                  <a:pt x="9842370" y="272457"/>
                </a:lnTo>
                <a:lnTo>
                  <a:pt x="9824999" y="268965"/>
                </a:lnTo>
                <a:lnTo>
                  <a:pt x="9824937" y="268924"/>
                </a:lnTo>
                <a:lnTo>
                  <a:pt x="9824728" y="268881"/>
                </a:lnTo>
                <a:lnTo>
                  <a:pt x="9814698" y="262071"/>
                </a:lnTo>
                <a:lnTo>
                  <a:pt x="9807437" y="257211"/>
                </a:lnTo>
                <a:lnTo>
                  <a:pt x="9807348" y="257080"/>
                </a:lnTo>
                <a:lnTo>
                  <a:pt x="9807197" y="256977"/>
                </a:lnTo>
                <a:lnTo>
                  <a:pt x="9801574" y="248576"/>
                </a:lnTo>
                <a:lnTo>
                  <a:pt x="9795533" y="239680"/>
                </a:lnTo>
                <a:lnTo>
                  <a:pt x="9795495" y="239494"/>
                </a:lnTo>
                <a:lnTo>
                  <a:pt x="9795442" y="239415"/>
                </a:lnTo>
                <a:cubicBezTo>
                  <a:pt x="9792674" y="232826"/>
                  <a:pt x="9791150" y="225605"/>
                  <a:pt x="9791150" y="218063"/>
                </a:cubicBezTo>
                <a:lnTo>
                  <a:pt x="9791151" y="218060"/>
                </a:lnTo>
                <a:lnTo>
                  <a:pt x="9791150" y="218057"/>
                </a:lnTo>
                <a:cubicBezTo>
                  <a:pt x="9791150" y="210515"/>
                  <a:pt x="9792674" y="203294"/>
                  <a:pt x="9795442" y="196704"/>
                </a:cubicBezTo>
                <a:lnTo>
                  <a:pt x="9795495" y="196626"/>
                </a:lnTo>
                <a:lnTo>
                  <a:pt x="9795533" y="196440"/>
                </a:lnTo>
                <a:lnTo>
                  <a:pt x="9801568" y="187552"/>
                </a:lnTo>
                <a:lnTo>
                  <a:pt x="9807197" y="179143"/>
                </a:lnTo>
                <a:lnTo>
                  <a:pt x="9807349" y="179040"/>
                </a:lnTo>
                <a:lnTo>
                  <a:pt x="9807437" y="178909"/>
                </a:lnTo>
                <a:lnTo>
                  <a:pt x="9814685" y="174058"/>
                </a:lnTo>
                <a:lnTo>
                  <a:pt x="9824728" y="167238"/>
                </a:lnTo>
                <a:lnTo>
                  <a:pt x="9824937" y="167196"/>
                </a:lnTo>
                <a:lnTo>
                  <a:pt x="9824999" y="167155"/>
                </a:lnTo>
                <a:lnTo>
                  <a:pt x="9842295" y="163678"/>
                </a:lnTo>
                <a:close/>
                <a:moveTo>
                  <a:pt x="9289846" y="94817"/>
                </a:moveTo>
                <a:cubicBezTo>
                  <a:pt x="9357885" y="94817"/>
                  <a:pt x="9413086" y="150018"/>
                  <a:pt x="9413086" y="218057"/>
                </a:cubicBezTo>
                <a:lnTo>
                  <a:pt x="9413085" y="218060"/>
                </a:lnTo>
                <a:lnTo>
                  <a:pt x="9413086" y="218064"/>
                </a:lnTo>
                <a:cubicBezTo>
                  <a:pt x="9413086" y="286103"/>
                  <a:pt x="9357885" y="341304"/>
                  <a:pt x="9289846" y="341304"/>
                </a:cubicBezTo>
                <a:cubicBezTo>
                  <a:pt x="9221807" y="341304"/>
                  <a:pt x="9166606" y="286103"/>
                  <a:pt x="9166606" y="218064"/>
                </a:cubicBezTo>
                <a:lnTo>
                  <a:pt x="9166607" y="218060"/>
                </a:lnTo>
                <a:lnTo>
                  <a:pt x="9166606" y="218057"/>
                </a:lnTo>
                <a:cubicBezTo>
                  <a:pt x="9166606" y="150018"/>
                  <a:pt x="9221807" y="94817"/>
                  <a:pt x="9289846" y="94817"/>
                </a:cubicBezTo>
                <a:close/>
                <a:moveTo>
                  <a:pt x="8726879" y="5061"/>
                </a:moveTo>
                <a:lnTo>
                  <a:pt x="8732902" y="5478"/>
                </a:lnTo>
                <a:lnTo>
                  <a:pt x="8733282" y="5442"/>
                </a:lnTo>
                <a:lnTo>
                  <a:pt x="8735639" y="5668"/>
                </a:lnTo>
                <a:lnTo>
                  <a:pt x="8768536" y="7945"/>
                </a:lnTo>
                <a:lnTo>
                  <a:pt x="8773514" y="9298"/>
                </a:lnTo>
                <a:lnTo>
                  <a:pt x="8773860" y="9331"/>
                </a:lnTo>
                <a:lnTo>
                  <a:pt x="8776342" y="10066"/>
                </a:lnTo>
                <a:lnTo>
                  <a:pt x="8808159" y="18715"/>
                </a:lnTo>
                <a:lnTo>
                  <a:pt x="8812132" y="20673"/>
                </a:lnTo>
                <a:lnTo>
                  <a:pt x="8813230" y="20999"/>
                </a:lnTo>
                <a:lnTo>
                  <a:pt x="8819708" y="24407"/>
                </a:lnTo>
                <a:lnTo>
                  <a:pt x="8844722" y="36737"/>
                </a:lnTo>
                <a:lnTo>
                  <a:pt x="8846819" y="38674"/>
                </a:lnTo>
                <a:lnTo>
                  <a:pt x="8850184" y="40445"/>
                </a:lnTo>
                <a:cubicBezTo>
                  <a:pt x="8861964" y="48223"/>
                  <a:pt x="8873141" y="57298"/>
                  <a:pt x="8883512" y="67669"/>
                </a:cubicBezTo>
                <a:lnTo>
                  <a:pt x="8891917" y="80327"/>
                </a:lnTo>
                <a:lnTo>
                  <a:pt x="8904553" y="91997"/>
                </a:lnTo>
                <a:lnTo>
                  <a:pt x="8915563" y="115935"/>
                </a:lnTo>
                <a:lnTo>
                  <a:pt x="8930183" y="137952"/>
                </a:lnTo>
                <a:lnTo>
                  <a:pt x="8933479" y="154886"/>
                </a:lnTo>
                <a:lnTo>
                  <a:pt x="8939806" y="168642"/>
                </a:lnTo>
                <a:cubicBezTo>
                  <a:pt x="8943177" y="182917"/>
                  <a:pt x="8945021" y="197195"/>
                  <a:pt x="8945445" y="211305"/>
                </a:cubicBezTo>
                <a:lnTo>
                  <a:pt x="8945186" y="215047"/>
                </a:lnTo>
                <a:lnTo>
                  <a:pt x="8945741" y="217900"/>
                </a:lnTo>
                <a:lnTo>
                  <a:pt x="8944573" y="223902"/>
                </a:lnTo>
                <a:lnTo>
                  <a:pt x="8942561" y="252962"/>
                </a:lnTo>
                <a:lnTo>
                  <a:pt x="8935051" y="272834"/>
                </a:lnTo>
                <a:lnTo>
                  <a:pt x="8930184" y="297848"/>
                </a:lnTo>
                <a:lnTo>
                  <a:pt x="8919541" y="313876"/>
                </a:lnTo>
                <a:lnTo>
                  <a:pt x="8913769" y="329149"/>
                </a:lnTo>
                <a:lnTo>
                  <a:pt x="8898219" y="345985"/>
                </a:lnTo>
                <a:lnTo>
                  <a:pt x="8883513" y="368131"/>
                </a:lnTo>
                <a:lnTo>
                  <a:pt x="8860106" y="387251"/>
                </a:lnTo>
                <a:lnTo>
                  <a:pt x="8858509" y="388980"/>
                </a:lnTo>
                <a:lnTo>
                  <a:pt x="8856639" y="390083"/>
                </a:lnTo>
                <a:lnTo>
                  <a:pt x="8850184" y="395355"/>
                </a:lnTo>
                <a:lnTo>
                  <a:pt x="8827118" y="407493"/>
                </a:lnTo>
                <a:lnTo>
                  <a:pt x="8822541" y="410192"/>
                </a:lnTo>
                <a:lnTo>
                  <a:pt x="8820935" y="410747"/>
                </a:lnTo>
                <a:lnTo>
                  <a:pt x="8813231" y="414801"/>
                </a:lnTo>
                <a:lnTo>
                  <a:pt x="8784638" y="423275"/>
                </a:lnTo>
                <a:lnTo>
                  <a:pt x="8781862" y="424233"/>
                </a:lnTo>
                <a:lnTo>
                  <a:pt x="8781037" y="424342"/>
                </a:lnTo>
                <a:lnTo>
                  <a:pt x="8773861" y="426469"/>
                </a:lnTo>
                <a:lnTo>
                  <a:pt x="8741428" y="429577"/>
                </a:lnTo>
                <a:lnTo>
                  <a:pt x="8739200" y="429872"/>
                </a:lnTo>
                <a:lnTo>
                  <a:pt x="8738709" y="429838"/>
                </a:lnTo>
                <a:lnTo>
                  <a:pt x="8733283" y="430358"/>
                </a:lnTo>
                <a:lnTo>
                  <a:pt x="8699647" y="427134"/>
                </a:lnTo>
                <a:lnTo>
                  <a:pt x="8697543" y="426988"/>
                </a:lnTo>
                <a:lnTo>
                  <a:pt x="8697225" y="426902"/>
                </a:lnTo>
                <a:lnTo>
                  <a:pt x="8692704" y="426469"/>
                </a:lnTo>
                <a:lnTo>
                  <a:pt x="8660296" y="416864"/>
                </a:lnTo>
                <a:lnTo>
                  <a:pt x="8657920" y="416218"/>
                </a:lnTo>
                <a:lnTo>
                  <a:pt x="8657623" y="416072"/>
                </a:lnTo>
                <a:lnTo>
                  <a:pt x="8653334" y="414801"/>
                </a:lnTo>
                <a:lnTo>
                  <a:pt x="8628036" y="401488"/>
                </a:lnTo>
                <a:lnTo>
                  <a:pt x="8621357" y="398196"/>
                </a:lnTo>
                <a:lnTo>
                  <a:pt x="8620797" y="397678"/>
                </a:lnTo>
                <a:lnTo>
                  <a:pt x="8616381" y="395354"/>
                </a:lnTo>
                <a:cubicBezTo>
                  <a:pt x="8604600" y="387576"/>
                  <a:pt x="8593423" y="378501"/>
                  <a:pt x="8583052" y="368130"/>
                </a:cubicBezTo>
                <a:lnTo>
                  <a:pt x="8573928" y="354390"/>
                </a:lnTo>
                <a:lnTo>
                  <a:pt x="8561526" y="342936"/>
                </a:lnTo>
                <a:lnTo>
                  <a:pt x="8550719" y="319439"/>
                </a:lnTo>
                <a:lnTo>
                  <a:pt x="8536381" y="297848"/>
                </a:lnTo>
                <a:lnTo>
                  <a:pt x="8533150" y="281241"/>
                </a:lnTo>
                <a:lnTo>
                  <a:pt x="8526273" y="266289"/>
                </a:lnTo>
                <a:cubicBezTo>
                  <a:pt x="8522903" y="252015"/>
                  <a:pt x="8521058" y="237737"/>
                  <a:pt x="8520634" y="223627"/>
                </a:cubicBezTo>
                <a:lnTo>
                  <a:pt x="8520977" y="218681"/>
                </a:lnTo>
                <a:lnTo>
                  <a:pt x="8520825" y="217900"/>
                </a:lnTo>
                <a:lnTo>
                  <a:pt x="8521144" y="216256"/>
                </a:lnTo>
                <a:lnTo>
                  <a:pt x="8523518" y="181970"/>
                </a:lnTo>
                <a:lnTo>
                  <a:pt x="8532378" y="158525"/>
                </a:lnTo>
                <a:lnTo>
                  <a:pt x="8536381" y="137951"/>
                </a:lnTo>
                <a:lnTo>
                  <a:pt x="8545135" y="124769"/>
                </a:lnTo>
                <a:lnTo>
                  <a:pt x="8552310" y="105784"/>
                </a:lnTo>
                <a:lnTo>
                  <a:pt x="8571639" y="84856"/>
                </a:lnTo>
                <a:lnTo>
                  <a:pt x="8583052" y="67669"/>
                </a:lnTo>
                <a:lnTo>
                  <a:pt x="8601218" y="52830"/>
                </a:lnTo>
                <a:lnTo>
                  <a:pt x="8607570" y="45953"/>
                </a:lnTo>
                <a:lnTo>
                  <a:pt x="8615007" y="41567"/>
                </a:lnTo>
                <a:lnTo>
                  <a:pt x="8616381" y="40445"/>
                </a:lnTo>
                <a:lnTo>
                  <a:pt x="8621291" y="37861"/>
                </a:lnTo>
                <a:lnTo>
                  <a:pt x="8643537" y="24741"/>
                </a:lnTo>
                <a:lnTo>
                  <a:pt x="8651343" y="22046"/>
                </a:lnTo>
                <a:lnTo>
                  <a:pt x="8653334" y="20998"/>
                </a:lnTo>
                <a:lnTo>
                  <a:pt x="8660724" y="18809"/>
                </a:lnTo>
                <a:lnTo>
                  <a:pt x="8684216" y="10700"/>
                </a:lnTo>
                <a:lnTo>
                  <a:pt x="8691197" y="9777"/>
                </a:lnTo>
                <a:lnTo>
                  <a:pt x="8692704" y="9331"/>
                </a:lnTo>
                <a:lnTo>
                  <a:pt x="8699514" y="8678"/>
                </a:lnTo>
                <a:close/>
                <a:moveTo>
                  <a:pt x="0" y="0"/>
                </a:moveTo>
                <a:lnTo>
                  <a:pt x="8399148" y="0"/>
                </a:lnTo>
                <a:lnTo>
                  <a:pt x="8442653" y="52212"/>
                </a:lnTo>
                <a:cubicBezTo>
                  <a:pt x="8472741" y="100272"/>
                  <a:pt x="8490071" y="157078"/>
                  <a:pt x="8490071" y="218056"/>
                </a:cubicBezTo>
                <a:cubicBezTo>
                  <a:pt x="8490071" y="341296"/>
                  <a:pt x="8418823" y="447847"/>
                  <a:pt x="8315481" y="496629"/>
                </a:cubicBezTo>
                <a:cubicBezTo>
                  <a:pt x="8415613" y="547337"/>
                  <a:pt x="8484936" y="651321"/>
                  <a:pt x="8484936" y="771993"/>
                </a:cubicBezTo>
                <a:cubicBezTo>
                  <a:pt x="8484936" y="905503"/>
                  <a:pt x="8399567" y="1019115"/>
                  <a:pt x="8280820" y="1062120"/>
                </a:cubicBezTo>
                <a:cubicBezTo>
                  <a:pt x="8387371" y="1103842"/>
                  <a:pt x="8463112" y="1207184"/>
                  <a:pt x="8463112" y="1328498"/>
                </a:cubicBezTo>
                <a:cubicBezTo>
                  <a:pt x="8463112" y="1486399"/>
                  <a:pt x="8334738" y="1614774"/>
                  <a:pt x="8176837" y="1614774"/>
                </a:cubicBezTo>
                <a:cubicBezTo>
                  <a:pt x="8085048" y="1614774"/>
                  <a:pt x="8003531" y="1571127"/>
                  <a:pt x="7950897" y="1503730"/>
                </a:cubicBezTo>
                <a:cubicBezTo>
                  <a:pt x="7925222" y="1551870"/>
                  <a:pt x="7889918" y="1593592"/>
                  <a:pt x="7846913" y="1626328"/>
                </a:cubicBezTo>
                <a:cubicBezTo>
                  <a:pt x="7891844" y="1665482"/>
                  <a:pt x="7926506" y="1716832"/>
                  <a:pt x="7946404" y="1775243"/>
                </a:cubicBezTo>
                <a:cubicBezTo>
                  <a:pt x="7987484" y="1689232"/>
                  <a:pt x="8074779" y="1629537"/>
                  <a:pt x="8176837" y="1629537"/>
                </a:cubicBezTo>
                <a:cubicBezTo>
                  <a:pt x="8318049" y="1629537"/>
                  <a:pt x="8432302" y="1743791"/>
                  <a:pt x="8432302" y="1885003"/>
                </a:cubicBezTo>
                <a:cubicBezTo>
                  <a:pt x="8432302" y="2026216"/>
                  <a:pt x="8318049" y="2140469"/>
                  <a:pt x="8176837" y="2140469"/>
                </a:cubicBezTo>
                <a:cubicBezTo>
                  <a:pt x="8075420" y="2140469"/>
                  <a:pt x="7987484" y="2080775"/>
                  <a:pt x="7946404" y="1994764"/>
                </a:cubicBezTo>
                <a:cubicBezTo>
                  <a:pt x="7918803" y="2076923"/>
                  <a:pt x="7861034" y="2145604"/>
                  <a:pt x="7786577" y="2186684"/>
                </a:cubicBezTo>
                <a:cubicBezTo>
                  <a:pt x="7870021" y="2241244"/>
                  <a:pt x="7925222" y="2334957"/>
                  <a:pt x="7925222" y="2442150"/>
                </a:cubicBezTo>
                <a:cubicBezTo>
                  <a:pt x="7925222" y="2610963"/>
                  <a:pt x="7788503" y="2747041"/>
                  <a:pt x="7620331" y="2747041"/>
                </a:cubicBezTo>
                <a:cubicBezTo>
                  <a:pt x="7526618" y="2747041"/>
                  <a:pt x="7443174" y="2704677"/>
                  <a:pt x="7387331" y="2638564"/>
                </a:cubicBezTo>
                <a:cubicBezTo>
                  <a:pt x="7359730" y="2683495"/>
                  <a:pt x="7323786" y="2722007"/>
                  <a:pt x="7280780" y="2752175"/>
                </a:cubicBezTo>
                <a:cubicBezTo>
                  <a:pt x="7330204" y="2795823"/>
                  <a:pt x="7366791" y="2854234"/>
                  <a:pt x="7382838" y="2920347"/>
                </a:cubicBezTo>
                <a:cubicBezTo>
                  <a:pt x="7415574" y="2821498"/>
                  <a:pt x="7509288" y="2749608"/>
                  <a:pt x="7619690" y="2749608"/>
                </a:cubicBezTo>
                <a:cubicBezTo>
                  <a:pt x="7758334" y="2749608"/>
                  <a:pt x="7870021" y="2861936"/>
                  <a:pt x="7870021" y="2999939"/>
                </a:cubicBezTo>
                <a:cubicBezTo>
                  <a:pt x="7870021" y="3138584"/>
                  <a:pt x="7757693" y="3250270"/>
                  <a:pt x="7619690" y="3250270"/>
                </a:cubicBezTo>
                <a:cubicBezTo>
                  <a:pt x="7509288" y="3250270"/>
                  <a:pt x="7416216" y="3179022"/>
                  <a:pt x="7382838" y="3079531"/>
                </a:cubicBezTo>
                <a:cubicBezTo>
                  <a:pt x="7355879" y="3188650"/>
                  <a:pt x="7275645" y="3275945"/>
                  <a:pt x="7171019" y="3311890"/>
                </a:cubicBezTo>
                <a:cubicBezTo>
                  <a:pt x="7265375" y="3353612"/>
                  <a:pt x="7331488" y="3447967"/>
                  <a:pt x="7331488" y="3557728"/>
                </a:cubicBezTo>
                <a:cubicBezTo>
                  <a:pt x="7331488" y="3706001"/>
                  <a:pt x="7211458" y="3826031"/>
                  <a:pt x="7063185" y="3826031"/>
                </a:cubicBezTo>
                <a:cubicBezTo>
                  <a:pt x="6954066" y="3826031"/>
                  <a:pt x="6860994" y="3761202"/>
                  <a:pt x="6818631" y="3668130"/>
                </a:cubicBezTo>
                <a:cubicBezTo>
                  <a:pt x="6783328" y="3767621"/>
                  <a:pt x="6701809" y="3845287"/>
                  <a:pt x="6599751" y="3875455"/>
                </a:cubicBezTo>
                <a:cubicBezTo>
                  <a:pt x="6695391" y="3912684"/>
                  <a:pt x="6763429" y="4005114"/>
                  <a:pt x="6763429" y="4114233"/>
                </a:cubicBezTo>
                <a:cubicBezTo>
                  <a:pt x="6763429" y="4256087"/>
                  <a:pt x="6648534" y="4370982"/>
                  <a:pt x="6506680" y="4370982"/>
                </a:cubicBezTo>
                <a:cubicBezTo>
                  <a:pt x="6386008" y="4370982"/>
                  <a:pt x="6284591" y="4286897"/>
                  <a:pt x="6257633" y="4174569"/>
                </a:cubicBezTo>
                <a:cubicBezTo>
                  <a:pt x="6229390" y="4318991"/>
                  <a:pt x="6102299" y="4427467"/>
                  <a:pt x="5950176" y="4427467"/>
                </a:cubicBezTo>
                <a:cubicBezTo>
                  <a:pt x="5846833" y="4427467"/>
                  <a:pt x="5755045" y="4377401"/>
                  <a:pt x="5697918" y="4300376"/>
                </a:cubicBezTo>
                <a:cubicBezTo>
                  <a:pt x="5660047" y="4362638"/>
                  <a:pt x="5603563" y="4412063"/>
                  <a:pt x="5536166" y="4441589"/>
                </a:cubicBezTo>
                <a:cubicBezTo>
                  <a:pt x="5612549" y="4489729"/>
                  <a:pt x="5663899" y="4574457"/>
                  <a:pt x="5663899" y="4671380"/>
                </a:cubicBezTo>
                <a:cubicBezTo>
                  <a:pt x="5663899" y="4820294"/>
                  <a:pt x="5543226" y="4941609"/>
                  <a:pt x="5393671" y="4941609"/>
                </a:cubicBezTo>
                <a:cubicBezTo>
                  <a:pt x="5269788" y="4941609"/>
                  <a:pt x="5165804" y="4857523"/>
                  <a:pt x="5133711" y="4743911"/>
                </a:cubicBezTo>
                <a:cubicBezTo>
                  <a:pt x="5100975" y="4877421"/>
                  <a:pt x="4980303" y="4976270"/>
                  <a:pt x="4837165" y="4976270"/>
                </a:cubicBezTo>
                <a:cubicBezTo>
                  <a:pt x="4722911" y="4976270"/>
                  <a:pt x="4624063" y="4913366"/>
                  <a:pt x="4571430" y="4820936"/>
                </a:cubicBezTo>
                <a:cubicBezTo>
                  <a:pt x="4516871" y="4926204"/>
                  <a:pt x="4407109" y="4998093"/>
                  <a:pt x="4280660" y="4998093"/>
                </a:cubicBezTo>
                <a:cubicBezTo>
                  <a:pt x="4167048" y="4998093"/>
                  <a:pt x="4066274" y="4939683"/>
                  <a:pt x="4007863" y="4851105"/>
                </a:cubicBezTo>
                <a:cubicBezTo>
                  <a:pt x="3960364" y="4925562"/>
                  <a:pt x="3884623" y="4980121"/>
                  <a:pt x="3796045" y="4999377"/>
                </a:cubicBezTo>
                <a:cubicBezTo>
                  <a:pt x="3892968" y="5030187"/>
                  <a:pt x="3962932" y="5120692"/>
                  <a:pt x="3962932" y="5227885"/>
                </a:cubicBezTo>
                <a:cubicBezTo>
                  <a:pt x="3962932" y="5360111"/>
                  <a:pt x="3855739" y="5467304"/>
                  <a:pt x="3723513" y="5467304"/>
                </a:cubicBezTo>
                <a:cubicBezTo>
                  <a:pt x="3591287" y="5467304"/>
                  <a:pt x="3484094" y="5360111"/>
                  <a:pt x="3484094" y="5227885"/>
                </a:cubicBezTo>
                <a:cubicBezTo>
                  <a:pt x="3484094" y="5120692"/>
                  <a:pt x="3554058" y="5030187"/>
                  <a:pt x="3650981" y="4999377"/>
                </a:cubicBezTo>
                <a:cubicBezTo>
                  <a:pt x="3565612" y="4980763"/>
                  <a:pt x="3492438" y="4929413"/>
                  <a:pt x="3444939" y="4859449"/>
                </a:cubicBezTo>
                <a:cubicBezTo>
                  <a:pt x="3397441" y="4929413"/>
                  <a:pt x="3324267" y="4980763"/>
                  <a:pt x="3238898" y="4999377"/>
                </a:cubicBezTo>
                <a:cubicBezTo>
                  <a:pt x="3335821" y="5030187"/>
                  <a:pt x="3405785" y="5120692"/>
                  <a:pt x="3405785" y="5227885"/>
                </a:cubicBezTo>
                <a:cubicBezTo>
                  <a:pt x="3405785" y="5360111"/>
                  <a:pt x="3298592" y="5467304"/>
                  <a:pt x="3166366" y="5467304"/>
                </a:cubicBezTo>
                <a:cubicBezTo>
                  <a:pt x="3034140" y="5467304"/>
                  <a:pt x="2926947" y="5360111"/>
                  <a:pt x="2926947" y="5227885"/>
                </a:cubicBezTo>
                <a:cubicBezTo>
                  <a:pt x="2926947" y="5120692"/>
                  <a:pt x="2996911" y="5030187"/>
                  <a:pt x="3093834" y="4999377"/>
                </a:cubicBezTo>
                <a:cubicBezTo>
                  <a:pt x="3004614" y="4979480"/>
                  <a:pt x="2929514" y="4925562"/>
                  <a:pt x="2882016" y="4851105"/>
                </a:cubicBezTo>
                <a:cubicBezTo>
                  <a:pt x="2823605" y="4939683"/>
                  <a:pt x="2723473" y="4998093"/>
                  <a:pt x="2609219" y="4998093"/>
                </a:cubicBezTo>
                <a:cubicBezTo>
                  <a:pt x="2482770" y="4998093"/>
                  <a:pt x="2373009" y="4926204"/>
                  <a:pt x="2318450" y="4820936"/>
                </a:cubicBezTo>
                <a:cubicBezTo>
                  <a:pt x="2266458" y="4913366"/>
                  <a:pt x="2166968" y="4976270"/>
                  <a:pt x="2052714" y="4976270"/>
                </a:cubicBezTo>
                <a:cubicBezTo>
                  <a:pt x="1908934" y="4976270"/>
                  <a:pt x="1788904" y="4877421"/>
                  <a:pt x="1756168" y="4743911"/>
                </a:cubicBezTo>
                <a:cubicBezTo>
                  <a:pt x="1724716" y="4858165"/>
                  <a:pt x="1620091" y="4941609"/>
                  <a:pt x="1496209" y="4941609"/>
                </a:cubicBezTo>
                <a:cubicBezTo>
                  <a:pt x="1347294" y="4941609"/>
                  <a:pt x="1225980" y="4820936"/>
                  <a:pt x="1225980" y="4671380"/>
                </a:cubicBezTo>
                <a:cubicBezTo>
                  <a:pt x="1225980" y="4574457"/>
                  <a:pt x="1276688" y="4489087"/>
                  <a:pt x="1353713" y="4441589"/>
                </a:cubicBezTo>
                <a:cubicBezTo>
                  <a:pt x="1286316" y="4412063"/>
                  <a:pt x="1229831" y="4362638"/>
                  <a:pt x="1191961" y="4300376"/>
                </a:cubicBezTo>
                <a:cubicBezTo>
                  <a:pt x="1134834" y="4377401"/>
                  <a:pt x="1043046" y="4427467"/>
                  <a:pt x="939704" y="4427467"/>
                </a:cubicBezTo>
                <a:cubicBezTo>
                  <a:pt x="787580" y="4427467"/>
                  <a:pt x="660489" y="4318349"/>
                  <a:pt x="632246" y="4174569"/>
                </a:cubicBezTo>
                <a:cubicBezTo>
                  <a:pt x="605287" y="4287539"/>
                  <a:pt x="503871" y="4370982"/>
                  <a:pt x="383199" y="4370982"/>
                </a:cubicBezTo>
                <a:cubicBezTo>
                  <a:pt x="241345" y="4370982"/>
                  <a:pt x="126449" y="4256087"/>
                  <a:pt x="126449" y="4114233"/>
                </a:cubicBezTo>
                <a:cubicBezTo>
                  <a:pt x="126449" y="4005756"/>
                  <a:pt x="194488" y="3912684"/>
                  <a:pt x="290127" y="3875455"/>
                </a:cubicBezTo>
                <a:cubicBezTo>
                  <a:pt x="188711" y="3845929"/>
                  <a:pt x="107835" y="3769546"/>
                  <a:pt x="71890" y="3670698"/>
                </a:cubicBezTo>
                <a:cubicBezTo>
                  <a:pt x="55201" y="3706643"/>
                  <a:pt x="30168" y="3738736"/>
                  <a:pt x="0" y="3764411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340" name="Slide Number">
            <a:extLst>
              <a:ext uri="{FF2B5EF4-FFF2-40B4-BE49-F238E27FC236}">
                <a16:creationId xmlns:a16="http://schemas.microsoft.com/office/drawing/2014/main" id="{05CED6C7-9660-41DF-B0AE-203005F87BB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BB49A15-B275-43D0-A0CB-A5A482CA9D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99675" y="4875751"/>
            <a:ext cx="1732000" cy="1051777"/>
          </a:xfrm>
        </p:spPr>
        <p:txBody>
          <a:bodyPr/>
          <a:lstStyle>
            <a:lvl1pPr marL="0" indent="0" defTabSz="1701800">
              <a:buFont typeface="Arial" panose="020B0604020202020204" pitchFamily="34" charset="0"/>
              <a:buNone/>
              <a:tabLst/>
              <a:defRPr sz="1200">
                <a:latin typeface="Arial Black" panose="020B0A04020102020204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000">
                <a:latin typeface="+mj-lt"/>
              </a:defRPr>
            </a:lvl2pPr>
            <a:lvl3pPr marL="0" indent="0">
              <a:buFont typeface="Arial" panose="020B0604020202020204" pitchFamily="34" charset="0"/>
              <a:buNone/>
              <a:defRPr sz="1000">
                <a:latin typeface="+mj-lt"/>
              </a:defRPr>
            </a:lvl3pPr>
            <a:lvl4pPr marL="0" indent="0">
              <a:buFont typeface="Arial" panose="020B0604020202020204" pitchFamily="34" charset="0"/>
              <a:buNone/>
              <a:defRPr sz="1000">
                <a:latin typeface="+mj-lt"/>
              </a:defRPr>
            </a:lvl4pPr>
            <a:lvl5pPr marL="0" indent="0">
              <a:buFont typeface="Arial" panose="020B0604020202020204" pitchFamily="34" charset="0"/>
              <a:buNone/>
              <a:defRPr sz="1000">
                <a:latin typeface="+mj-lt"/>
              </a:defRPr>
            </a:lvl5pPr>
          </a:lstStyle>
          <a:p>
            <a:pPr lvl="0"/>
            <a:r>
              <a:rPr lang="en-US"/>
              <a:t>Add supporting caption for image</a:t>
            </a: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C671CAD-EFA0-4FF6-B475-A267CC785C76}"/>
              </a:ext>
            </a:extLst>
          </p:cNvPr>
          <p:cNvCxnSpPr>
            <a:cxnSpLocks/>
          </p:cNvCxnSpPr>
          <p:nvPr userDrawn="1"/>
        </p:nvCxnSpPr>
        <p:spPr>
          <a:xfrm>
            <a:off x="10099675" y="4702715"/>
            <a:ext cx="173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991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1323" userDrawn="1">
          <p15:clr>
            <a:srgbClr val="FF96FF"/>
          </p15:clr>
        </p15:guide>
        <p15:guide id="7" pos="1453" userDrawn="1">
          <p15:clr>
            <a:srgbClr val="FF96FF"/>
          </p15:clr>
        </p15:guide>
        <p15:guide id="8" pos="2547" userDrawn="1">
          <p15:clr>
            <a:srgbClr val="FF96FF"/>
          </p15:clr>
        </p15:guide>
        <p15:guide id="9" pos="2680" userDrawn="1">
          <p15:clr>
            <a:srgbClr val="FF96FF"/>
          </p15:clr>
        </p15:guide>
        <p15:guide id="10" pos="3795" userDrawn="1">
          <p15:clr>
            <a:srgbClr val="FF96FF"/>
          </p15:clr>
        </p15:guide>
        <p15:guide id="11" pos="3908" userDrawn="1">
          <p15:clr>
            <a:srgbClr val="FF96FF"/>
          </p15:clr>
        </p15:guide>
        <p15:guide id="12" pos="4999" userDrawn="1">
          <p15:clr>
            <a:srgbClr val="FF96FF"/>
          </p15:clr>
        </p15:guide>
        <p15:guide id="13" pos="5135" userDrawn="1">
          <p15:clr>
            <a:srgbClr val="FF96FF"/>
          </p15:clr>
        </p15:guide>
        <p15:guide id="14" pos="6226" userDrawn="1">
          <p15:clr>
            <a:srgbClr val="FF96FF"/>
          </p15:clr>
        </p15:guide>
        <p15:guide id="15" pos="6362" userDrawn="1">
          <p15:clr>
            <a:srgbClr val="FF96FF"/>
          </p15:clr>
        </p15:guide>
        <p15:guide id="16" pos="7453" userDrawn="1">
          <p15:clr>
            <a:srgbClr val="FF96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and with Treat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5C854EB1-7CCC-45DE-AF0F-E195688CE36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75736" y="0"/>
            <a:ext cx="6616264" cy="6858000"/>
          </a:xfrm>
          <a:custGeom>
            <a:avLst/>
            <a:gdLst>
              <a:gd name="connsiteX0" fmla="*/ 56772 w 6616264"/>
              <a:gd name="connsiteY0" fmla="*/ 6855419 h 6858000"/>
              <a:gd name="connsiteX1" fmla="*/ 69029 w 6616264"/>
              <a:gd name="connsiteY1" fmla="*/ 6858000 h 6858000"/>
              <a:gd name="connsiteX2" fmla="*/ 44514 w 6616264"/>
              <a:gd name="connsiteY2" fmla="*/ 6858000 h 6858000"/>
              <a:gd name="connsiteX3" fmla="*/ 56772 w 6616264"/>
              <a:gd name="connsiteY3" fmla="*/ 6855419 h 6858000"/>
              <a:gd name="connsiteX4" fmla="*/ 629011 w 6616264"/>
              <a:gd name="connsiteY4" fmla="*/ 6807680 h 6858000"/>
              <a:gd name="connsiteX5" fmla="*/ 703848 w 6616264"/>
              <a:gd name="connsiteY5" fmla="*/ 6858000 h 6858000"/>
              <a:gd name="connsiteX6" fmla="*/ 554820 w 6616264"/>
              <a:gd name="connsiteY6" fmla="*/ 6858000 h 6858000"/>
              <a:gd name="connsiteX7" fmla="*/ 629011 w 6616264"/>
              <a:gd name="connsiteY7" fmla="*/ 6807680 h 6858000"/>
              <a:gd name="connsiteX8" fmla="*/ 1201250 w 6616264"/>
              <a:gd name="connsiteY8" fmla="*/ 6737359 h 6858000"/>
              <a:gd name="connsiteX9" fmla="*/ 1348988 w 6616264"/>
              <a:gd name="connsiteY9" fmla="*/ 6858000 h 6858000"/>
              <a:gd name="connsiteX10" fmla="*/ 1053513 w 6616264"/>
              <a:gd name="connsiteY10" fmla="*/ 6858000 h 6858000"/>
              <a:gd name="connsiteX11" fmla="*/ 1201250 w 6616264"/>
              <a:gd name="connsiteY11" fmla="*/ 6737359 h 6858000"/>
              <a:gd name="connsiteX12" fmla="*/ 56772 w 6616264"/>
              <a:gd name="connsiteY12" fmla="*/ 6273504 h 6858000"/>
              <a:gd name="connsiteX13" fmla="*/ 99350 w 6616264"/>
              <a:gd name="connsiteY13" fmla="*/ 6316083 h 6858000"/>
              <a:gd name="connsiteX14" fmla="*/ 56772 w 6616264"/>
              <a:gd name="connsiteY14" fmla="*/ 6358662 h 6858000"/>
              <a:gd name="connsiteX15" fmla="*/ 14192 w 6616264"/>
              <a:gd name="connsiteY15" fmla="*/ 6316083 h 6858000"/>
              <a:gd name="connsiteX16" fmla="*/ 56772 w 6616264"/>
              <a:gd name="connsiteY16" fmla="*/ 6273504 h 6858000"/>
              <a:gd name="connsiteX17" fmla="*/ 629011 w 6616264"/>
              <a:gd name="connsiteY17" fmla="*/ 6216086 h 6858000"/>
              <a:gd name="connsiteX18" fmla="*/ 729008 w 6616264"/>
              <a:gd name="connsiteY18" fmla="*/ 6316082 h 6858000"/>
              <a:gd name="connsiteX19" fmla="*/ 629011 w 6616264"/>
              <a:gd name="connsiteY19" fmla="*/ 6416080 h 6858000"/>
              <a:gd name="connsiteX20" fmla="*/ 529015 w 6616264"/>
              <a:gd name="connsiteY20" fmla="*/ 6316082 h 6858000"/>
              <a:gd name="connsiteX21" fmla="*/ 629011 w 6616264"/>
              <a:gd name="connsiteY21" fmla="*/ 6216086 h 6858000"/>
              <a:gd name="connsiteX22" fmla="*/ 1201251 w 6616264"/>
              <a:gd name="connsiteY22" fmla="*/ 6134799 h 6858000"/>
              <a:gd name="connsiteX23" fmla="*/ 1382536 w 6616264"/>
              <a:gd name="connsiteY23" fmla="*/ 6316083 h 6858000"/>
              <a:gd name="connsiteX24" fmla="*/ 1201251 w 6616264"/>
              <a:gd name="connsiteY24" fmla="*/ 6497367 h 6858000"/>
              <a:gd name="connsiteX25" fmla="*/ 1019967 w 6616264"/>
              <a:gd name="connsiteY25" fmla="*/ 6316083 h 6858000"/>
              <a:gd name="connsiteX26" fmla="*/ 1201251 w 6616264"/>
              <a:gd name="connsiteY26" fmla="*/ 6134799 h 6858000"/>
              <a:gd name="connsiteX27" fmla="*/ 56773 w 6616264"/>
              <a:gd name="connsiteY27" fmla="*/ 5692878 h 6858000"/>
              <a:gd name="connsiteX28" fmla="*/ 107738 w 6616264"/>
              <a:gd name="connsiteY28" fmla="*/ 5743844 h 6858000"/>
              <a:gd name="connsiteX29" fmla="*/ 56773 w 6616264"/>
              <a:gd name="connsiteY29" fmla="*/ 5794810 h 6858000"/>
              <a:gd name="connsiteX30" fmla="*/ 5806 w 6616264"/>
              <a:gd name="connsiteY30" fmla="*/ 5743844 h 6858000"/>
              <a:gd name="connsiteX31" fmla="*/ 56773 w 6616264"/>
              <a:gd name="connsiteY31" fmla="*/ 5692878 h 6858000"/>
              <a:gd name="connsiteX32" fmla="*/ 629011 w 6616264"/>
              <a:gd name="connsiteY32" fmla="*/ 5627718 h 6858000"/>
              <a:gd name="connsiteX33" fmla="*/ 744491 w 6616264"/>
              <a:gd name="connsiteY33" fmla="*/ 5743198 h 6858000"/>
              <a:gd name="connsiteX34" fmla="*/ 629011 w 6616264"/>
              <a:gd name="connsiteY34" fmla="*/ 5858678 h 6858000"/>
              <a:gd name="connsiteX35" fmla="*/ 513532 w 6616264"/>
              <a:gd name="connsiteY35" fmla="*/ 5743198 h 6858000"/>
              <a:gd name="connsiteX36" fmla="*/ 629011 w 6616264"/>
              <a:gd name="connsiteY36" fmla="*/ 5627718 h 6858000"/>
              <a:gd name="connsiteX37" fmla="*/ 1201250 w 6616264"/>
              <a:gd name="connsiteY37" fmla="*/ 5539979 h 6858000"/>
              <a:gd name="connsiteX38" fmla="*/ 1404470 w 6616264"/>
              <a:gd name="connsiteY38" fmla="*/ 5743198 h 6858000"/>
              <a:gd name="connsiteX39" fmla="*/ 1201250 w 6616264"/>
              <a:gd name="connsiteY39" fmla="*/ 5946418 h 6858000"/>
              <a:gd name="connsiteX40" fmla="*/ 998031 w 6616264"/>
              <a:gd name="connsiteY40" fmla="*/ 5743198 h 6858000"/>
              <a:gd name="connsiteX41" fmla="*/ 1201250 w 6616264"/>
              <a:gd name="connsiteY41" fmla="*/ 5539979 h 6858000"/>
              <a:gd name="connsiteX42" fmla="*/ 56772 w 6616264"/>
              <a:gd name="connsiteY42" fmla="*/ 5114187 h 6858000"/>
              <a:gd name="connsiteX43" fmla="*/ 113543 w 6616264"/>
              <a:gd name="connsiteY43" fmla="*/ 5170959 h 6858000"/>
              <a:gd name="connsiteX44" fmla="*/ 56772 w 6616264"/>
              <a:gd name="connsiteY44" fmla="*/ 5227731 h 6858000"/>
              <a:gd name="connsiteX45" fmla="*/ 0 w 6616264"/>
              <a:gd name="connsiteY45" fmla="*/ 5170959 h 6858000"/>
              <a:gd name="connsiteX46" fmla="*/ 56772 w 6616264"/>
              <a:gd name="connsiteY46" fmla="*/ 5114187 h 6858000"/>
              <a:gd name="connsiteX47" fmla="*/ 629011 w 6616264"/>
              <a:gd name="connsiteY47" fmla="*/ 5045802 h 6858000"/>
              <a:gd name="connsiteX48" fmla="*/ 754168 w 6616264"/>
              <a:gd name="connsiteY48" fmla="*/ 5170959 h 6858000"/>
              <a:gd name="connsiteX49" fmla="*/ 629011 w 6616264"/>
              <a:gd name="connsiteY49" fmla="*/ 5296116 h 6858000"/>
              <a:gd name="connsiteX50" fmla="*/ 503854 w 6616264"/>
              <a:gd name="connsiteY50" fmla="*/ 5170959 h 6858000"/>
              <a:gd name="connsiteX51" fmla="*/ 629011 w 6616264"/>
              <a:gd name="connsiteY51" fmla="*/ 5045802 h 6858000"/>
              <a:gd name="connsiteX52" fmla="*/ 1201250 w 6616264"/>
              <a:gd name="connsiteY52" fmla="*/ 4954191 h 6858000"/>
              <a:gd name="connsiteX53" fmla="*/ 1401022 w 6616264"/>
              <a:gd name="connsiteY53" fmla="*/ 5086465 h 6858000"/>
              <a:gd name="connsiteX54" fmla="*/ 1410074 w 6616264"/>
              <a:gd name="connsiteY54" fmla="*/ 5131469 h 6858000"/>
              <a:gd name="connsiteX55" fmla="*/ 1406404 w 6616264"/>
              <a:gd name="connsiteY55" fmla="*/ 5157373 h 6858000"/>
              <a:gd name="connsiteX56" fmla="*/ 1412511 w 6616264"/>
              <a:gd name="connsiteY56" fmla="*/ 5198248 h 6858000"/>
              <a:gd name="connsiteX57" fmla="*/ 1401022 w 6616264"/>
              <a:gd name="connsiteY57" fmla="*/ 5255179 h 6858000"/>
              <a:gd name="connsiteX58" fmla="*/ 1201250 w 6616264"/>
              <a:gd name="connsiteY58" fmla="*/ 5387726 h 6858000"/>
              <a:gd name="connsiteX59" fmla="*/ 984484 w 6616264"/>
              <a:gd name="connsiteY59" fmla="*/ 5170958 h 6858000"/>
              <a:gd name="connsiteX60" fmla="*/ 1201250 w 6616264"/>
              <a:gd name="connsiteY60" fmla="*/ 4954191 h 6858000"/>
              <a:gd name="connsiteX61" fmla="*/ 56772 w 6616264"/>
              <a:gd name="connsiteY61" fmla="*/ 4541947 h 6858000"/>
              <a:gd name="connsiteX62" fmla="*/ 113543 w 6616264"/>
              <a:gd name="connsiteY62" fmla="*/ 4598719 h 6858000"/>
              <a:gd name="connsiteX63" fmla="*/ 56772 w 6616264"/>
              <a:gd name="connsiteY63" fmla="*/ 4655491 h 6858000"/>
              <a:gd name="connsiteX64" fmla="*/ 0 w 6616264"/>
              <a:gd name="connsiteY64" fmla="*/ 4598719 h 6858000"/>
              <a:gd name="connsiteX65" fmla="*/ 56772 w 6616264"/>
              <a:gd name="connsiteY65" fmla="*/ 4541947 h 6858000"/>
              <a:gd name="connsiteX66" fmla="*/ 629011 w 6616264"/>
              <a:gd name="connsiteY66" fmla="*/ 4471627 h 6858000"/>
              <a:gd name="connsiteX67" fmla="*/ 756105 w 6616264"/>
              <a:gd name="connsiteY67" fmla="*/ 4598719 h 6858000"/>
              <a:gd name="connsiteX68" fmla="*/ 629011 w 6616264"/>
              <a:gd name="connsiteY68" fmla="*/ 4725813 h 6858000"/>
              <a:gd name="connsiteX69" fmla="*/ 501919 w 6616264"/>
              <a:gd name="connsiteY69" fmla="*/ 4598719 h 6858000"/>
              <a:gd name="connsiteX70" fmla="*/ 629011 w 6616264"/>
              <a:gd name="connsiteY70" fmla="*/ 4471627 h 6858000"/>
              <a:gd name="connsiteX71" fmla="*/ 1201250 w 6616264"/>
              <a:gd name="connsiteY71" fmla="*/ 4380017 h 6858000"/>
              <a:gd name="connsiteX72" fmla="*/ 1402746 w 6616264"/>
              <a:gd name="connsiteY72" fmla="*/ 4513652 h 6858000"/>
              <a:gd name="connsiteX73" fmla="*/ 1409763 w 6616264"/>
              <a:gd name="connsiteY73" fmla="*/ 4548337 h 6858000"/>
              <a:gd name="connsiteX74" fmla="*/ 1404469 w 6616264"/>
              <a:gd name="connsiteY74" fmla="*/ 4585133 h 6858000"/>
              <a:gd name="connsiteX75" fmla="*/ 1411993 w 6616264"/>
              <a:gd name="connsiteY75" fmla="*/ 4638075 h 6858000"/>
              <a:gd name="connsiteX76" fmla="*/ 1402746 w 6616264"/>
              <a:gd name="connsiteY76" fmla="*/ 4683788 h 6858000"/>
              <a:gd name="connsiteX77" fmla="*/ 1201250 w 6616264"/>
              <a:gd name="connsiteY77" fmla="*/ 4817423 h 6858000"/>
              <a:gd name="connsiteX78" fmla="*/ 982548 w 6616264"/>
              <a:gd name="connsiteY78" fmla="*/ 4598719 h 6858000"/>
              <a:gd name="connsiteX79" fmla="*/ 1201250 w 6616264"/>
              <a:gd name="connsiteY79" fmla="*/ 4380017 h 6858000"/>
              <a:gd name="connsiteX80" fmla="*/ 56772 w 6616264"/>
              <a:gd name="connsiteY80" fmla="*/ 3971644 h 6858000"/>
              <a:gd name="connsiteX81" fmla="*/ 111609 w 6616264"/>
              <a:gd name="connsiteY81" fmla="*/ 4026481 h 6858000"/>
              <a:gd name="connsiteX82" fmla="*/ 56772 w 6616264"/>
              <a:gd name="connsiteY82" fmla="*/ 4081318 h 6858000"/>
              <a:gd name="connsiteX83" fmla="*/ 1935 w 6616264"/>
              <a:gd name="connsiteY83" fmla="*/ 4026481 h 6858000"/>
              <a:gd name="connsiteX84" fmla="*/ 56772 w 6616264"/>
              <a:gd name="connsiteY84" fmla="*/ 3971644 h 6858000"/>
              <a:gd name="connsiteX85" fmla="*/ 629011 w 6616264"/>
              <a:gd name="connsiteY85" fmla="*/ 3905839 h 6858000"/>
              <a:gd name="connsiteX86" fmla="*/ 749008 w 6616264"/>
              <a:gd name="connsiteY86" fmla="*/ 4025835 h 6858000"/>
              <a:gd name="connsiteX87" fmla="*/ 629011 w 6616264"/>
              <a:gd name="connsiteY87" fmla="*/ 4145832 h 6858000"/>
              <a:gd name="connsiteX88" fmla="*/ 509015 w 6616264"/>
              <a:gd name="connsiteY88" fmla="*/ 4025835 h 6858000"/>
              <a:gd name="connsiteX89" fmla="*/ 629011 w 6616264"/>
              <a:gd name="connsiteY89" fmla="*/ 3905839 h 6858000"/>
              <a:gd name="connsiteX90" fmla="*/ 1203892 w 6616264"/>
              <a:gd name="connsiteY90" fmla="*/ 3814492 h 6858000"/>
              <a:gd name="connsiteX91" fmla="*/ 1409012 w 6616264"/>
              <a:gd name="connsiteY91" fmla="*/ 3986118 h 6858000"/>
              <a:gd name="connsiteX92" fmla="*/ 1241229 w 6616264"/>
              <a:gd name="connsiteY92" fmla="*/ 4233929 h 6858000"/>
              <a:gd name="connsiteX93" fmla="*/ 993420 w 6616264"/>
              <a:gd name="connsiteY93" fmla="*/ 4066147 h 6858000"/>
              <a:gd name="connsiteX94" fmla="*/ 1161200 w 6616264"/>
              <a:gd name="connsiteY94" fmla="*/ 3818335 h 6858000"/>
              <a:gd name="connsiteX95" fmla="*/ 1203892 w 6616264"/>
              <a:gd name="connsiteY95" fmla="*/ 3814492 h 6858000"/>
              <a:gd name="connsiteX96" fmla="*/ 56773 w 6616264"/>
              <a:gd name="connsiteY96" fmla="*/ 3404566 h 6858000"/>
              <a:gd name="connsiteX97" fmla="*/ 105802 w 6616264"/>
              <a:gd name="connsiteY97" fmla="*/ 3453597 h 6858000"/>
              <a:gd name="connsiteX98" fmla="*/ 56773 w 6616264"/>
              <a:gd name="connsiteY98" fmla="*/ 3502626 h 6858000"/>
              <a:gd name="connsiteX99" fmla="*/ 7742 w 6616264"/>
              <a:gd name="connsiteY99" fmla="*/ 3453597 h 6858000"/>
              <a:gd name="connsiteX100" fmla="*/ 56773 w 6616264"/>
              <a:gd name="connsiteY100" fmla="*/ 3404566 h 6858000"/>
              <a:gd name="connsiteX101" fmla="*/ 629011 w 6616264"/>
              <a:gd name="connsiteY101" fmla="*/ 3346503 h 6858000"/>
              <a:gd name="connsiteX102" fmla="*/ 736105 w 6616264"/>
              <a:gd name="connsiteY102" fmla="*/ 3453597 h 6858000"/>
              <a:gd name="connsiteX103" fmla="*/ 629011 w 6616264"/>
              <a:gd name="connsiteY103" fmla="*/ 3560690 h 6858000"/>
              <a:gd name="connsiteX104" fmla="*/ 521918 w 6616264"/>
              <a:gd name="connsiteY104" fmla="*/ 3453597 h 6858000"/>
              <a:gd name="connsiteX105" fmla="*/ 629011 w 6616264"/>
              <a:gd name="connsiteY105" fmla="*/ 3346503 h 6858000"/>
              <a:gd name="connsiteX106" fmla="*/ 1202686 w 6616264"/>
              <a:gd name="connsiteY106" fmla="*/ 3262069 h 6858000"/>
              <a:gd name="connsiteX107" fmla="*/ 1378371 w 6616264"/>
              <a:gd name="connsiteY107" fmla="*/ 3380399 h 6858000"/>
              <a:gd name="connsiteX108" fmla="*/ 1274673 w 6616264"/>
              <a:gd name="connsiteY108" fmla="*/ 3630752 h 6858000"/>
              <a:gd name="connsiteX109" fmla="*/ 1024320 w 6616264"/>
              <a:gd name="connsiteY109" fmla="*/ 3527054 h 6858000"/>
              <a:gd name="connsiteX110" fmla="*/ 1128017 w 6616264"/>
              <a:gd name="connsiteY110" fmla="*/ 3276701 h 6858000"/>
              <a:gd name="connsiteX111" fmla="*/ 1202686 w 6616264"/>
              <a:gd name="connsiteY111" fmla="*/ 3262069 h 6858000"/>
              <a:gd name="connsiteX112" fmla="*/ 56772 w 6616264"/>
              <a:gd name="connsiteY112" fmla="*/ 2842649 h 6858000"/>
              <a:gd name="connsiteX113" fmla="*/ 95481 w 6616264"/>
              <a:gd name="connsiteY113" fmla="*/ 2881357 h 6858000"/>
              <a:gd name="connsiteX114" fmla="*/ 56772 w 6616264"/>
              <a:gd name="connsiteY114" fmla="*/ 2920066 h 6858000"/>
              <a:gd name="connsiteX115" fmla="*/ 18064 w 6616264"/>
              <a:gd name="connsiteY115" fmla="*/ 2881357 h 6858000"/>
              <a:gd name="connsiteX116" fmla="*/ 56772 w 6616264"/>
              <a:gd name="connsiteY116" fmla="*/ 2842649 h 6858000"/>
              <a:gd name="connsiteX117" fmla="*/ 629011 w 6616264"/>
              <a:gd name="connsiteY117" fmla="*/ 2794263 h 6858000"/>
              <a:gd name="connsiteX118" fmla="*/ 716105 w 6616264"/>
              <a:gd name="connsiteY118" fmla="*/ 2881357 h 6858000"/>
              <a:gd name="connsiteX119" fmla="*/ 629011 w 6616264"/>
              <a:gd name="connsiteY119" fmla="*/ 2968450 h 6858000"/>
              <a:gd name="connsiteX120" fmla="*/ 541918 w 6616264"/>
              <a:gd name="connsiteY120" fmla="*/ 2881357 h 6858000"/>
              <a:gd name="connsiteX121" fmla="*/ 629011 w 6616264"/>
              <a:gd name="connsiteY121" fmla="*/ 2794263 h 6858000"/>
              <a:gd name="connsiteX122" fmla="*/ 1201251 w 6616264"/>
              <a:gd name="connsiteY122" fmla="*/ 2715555 h 6858000"/>
              <a:gd name="connsiteX123" fmla="*/ 1367053 w 6616264"/>
              <a:gd name="connsiteY123" fmla="*/ 2881357 h 6858000"/>
              <a:gd name="connsiteX124" fmla="*/ 1201251 w 6616264"/>
              <a:gd name="connsiteY124" fmla="*/ 3047158 h 6858000"/>
              <a:gd name="connsiteX125" fmla="*/ 1035450 w 6616264"/>
              <a:gd name="connsiteY125" fmla="*/ 2881357 h 6858000"/>
              <a:gd name="connsiteX126" fmla="*/ 1201251 w 6616264"/>
              <a:gd name="connsiteY126" fmla="*/ 2715555 h 6858000"/>
              <a:gd name="connsiteX127" fmla="*/ 629011 w 6616264"/>
              <a:gd name="connsiteY127" fmla="*/ 2240732 h 6858000"/>
              <a:gd name="connsiteX128" fmla="*/ 696752 w 6616264"/>
              <a:gd name="connsiteY128" fmla="*/ 2308473 h 6858000"/>
              <a:gd name="connsiteX129" fmla="*/ 629011 w 6616264"/>
              <a:gd name="connsiteY129" fmla="*/ 2376214 h 6858000"/>
              <a:gd name="connsiteX130" fmla="*/ 561272 w 6616264"/>
              <a:gd name="connsiteY130" fmla="*/ 2308473 h 6858000"/>
              <a:gd name="connsiteX131" fmla="*/ 629011 w 6616264"/>
              <a:gd name="connsiteY131" fmla="*/ 2240732 h 6858000"/>
              <a:gd name="connsiteX132" fmla="*/ 1201250 w 6616264"/>
              <a:gd name="connsiteY132" fmla="*/ 2176227 h 6858000"/>
              <a:gd name="connsiteX133" fmla="*/ 1333504 w 6616264"/>
              <a:gd name="connsiteY133" fmla="*/ 2308479 h 6858000"/>
              <a:gd name="connsiteX134" fmla="*/ 1201250 w 6616264"/>
              <a:gd name="connsiteY134" fmla="*/ 2440726 h 6858000"/>
              <a:gd name="connsiteX135" fmla="*/ 1068997 w 6616264"/>
              <a:gd name="connsiteY135" fmla="*/ 2308479 h 6858000"/>
              <a:gd name="connsiteX136" fmla="*/ 1201250 w 6616264"/>
              <a:gd name="connsiteY136" fmla="*/ 2176227 h 6858000"/>
              <a:gd name="connsiteX137" fmla="*/ 1773490 w 6616264"/>
              <a:gd name="connsiteY137" fmla="*/ 2088481 h 6858000"/>
              <a:gd name="connsiteX138" fmla="*/ 1976166 w 6616264"/>
              <a:gd name="connsiteY138" fmla="*/ 2222935 h 6858000"/>
              <a:gd name="connsiteX139" fmla="*/ 1987399 w 6616264"/>
              <a:gd name="connsiteY139" fmla="*/ 2278426 h 6858000"/>
              <a:gd name="connsiteX140" fmla="*/ 1985740 w 6616264"/>
              <a:gd name="connsiteY140" fmla="*/ 2294890 h 6858000"/>
              <a:gd name="connsiteX141" fmla="*/ 1989817 w 6616264"/>
              <a:gd name="connsiteY141" fmla="*/ 2326586 h 6858000"/>
              <a:gd name="connsiteX142" fmla="*/ 1976166 w 6616264"/>
              <a:gd name="connsiteY142" fmla="*/ 2394018 h 6858000"/>
              <a:gd name="connsiteX143" fmla="*/ 1773490 w 6616264"/>
              <a:gd name="connsiteY143" fmla="*/ 2528464 h 6858000"/>
              <a:gd name="connsiteX144" fmla="*/ 1553498 w 6616264"/>
              <a:gd name="connsiteY144" fmla="*/ 2308473 h 6858000"/>
              <a:gd name="connsiteX145" fmla="*/ 1773490 w 6616264"/>
              <a:gd name="connsiteY145" fmla="*/ 2088481 h 6858000"/>
              <a:gd name="connsiteX146" fmla="*/ 629011 w 6616264"/>
              <a:gd name="connsiteY146" fmla="*/ 1688493 h 6858000"/>
              <a:gd name="connsiteX147" fmla="*/ 676752 w 6616264"/>
              <a:gd name="connsiteY147" fmla="*/ 1736234 h 6858000"/>
              <a:gd name="connsiteX148" fmla="*/ 629011 w 6616264"/>
              <a:gd name="connsiteY148" fmla="*/ 1783975 h 6858000"/>
              <a:gd name="connsiteX149" fmla="*/ 581271 w 6616264"/>
              <a:gd name="connsiteY149" fmla="*/ 1736234 h 6858000"/>
              <a:gd name="connsiteX150" fmla="*/ 629011 w 6616264"/>
              <a:gd name="connsiteY150" fmla="*/ 1688493 h 6858000"/>
              <a:gd name="connsiteX151" fmla="*/ 1201250 w 6616264"/>
              <a:gd name="connsiteY151" fmla="*/ 1639465 h 6858000"/>
              <a:gd name="connsiteX152" fmla="*/ 1298022 w 6616264"/>
              <a:gd name="connsiteY152" fmla="*/ 1736237 h 6858000"/>
              <a:gd name="connsiteX153" fmla="*/ 1201250 w 6616264"/>
              <a:gd name="connsiteY153" fmla="*/ 1833008 h 6858000"/>
              <a:gd name="connsiteX154" fmla="*/ 1104480 w 6616264"/>
              <a:gd name="connsiteY154" fmla="*/ 1736237 h 6858000"/>
              <a:gd name="connsiteX155" fmla="*/ 1201250 w 6616264"/>
              <a:gd name="connsiteY155" fmla="*/ 1639465 h 6858000"/>
              <a:gd name="connsiteX156" fmla="*/ 1741933 w 6616264"/>
              <a:gd name="connsiteY156" fmla="*/ 1572389 h 6858000"/>
              <a:gd name="connsiteX157" fmla="*/ 1937614 w 6616264"/>
              <a:gd name="connsiteY157" fmla="*/ 1704875 h 6858000"/>
              <a:gd name="connsiteX158" fmla="*/ 1805127 w 6616264"/>
              <a:gd name="connsiteY158" fmla="*/ 1900555 h 6858000"/>
              <a:gd name="connsiteX159" fmla="*/ 1609447 w 6616264"/>
              <a:gd name="connsiteY159" fmla="*/ 1768068 h 6858000"/>
              <a:gd name="connsiteX160" fmla="*/ 1741933 w 6616264"/>
              <a:gd name="connsiteY160" fmla="*/ 1572389 h 6858000"/>
              <a:gd name="connsiteX161" fmla="*/ 1189474 w 6616264"/>
              <a:gd name="connsiteY161" fmla="*/ 1102707 h 6858000"/>
              <a:gd name="connsiteX162" fmla="*/ 1262761 w 6616264"/>
              <a:gd name="connsiteY162" fmla="*/ 1152327 h 6858000"/>
              <a:gd name="connsiteX163" fmla="*/ 1213141 w 6616264"/>
              <a:gd name="connsiteY163" fmla="*/ 1225613 h 6858000"/>
              <a:gd name="connsiteX164" fmla="*/ 1139856 w 6616264"/>
              <a:gd name="connsiteY164" fmla="*/ 1175994 h 6858000"/>
              <a:gd name="connsiteX165" fmla="*/ 1189474 w 6616264"/>
              <a:gd name="connsiteY165" fmla="*/ 1102707 h 6858000"/>
              <a:gd name="connsiteX166" fmla="*/ 1773490 w 6616264"/>
              <a:gd name="connsiteY166" fmla="*/ 1043355 h 6858000"/>
              <a:gd name="connsiteX167" fmla="*/ 1894132 w 6616264"/>
              <a:gd name="connsiteY167" fmla="*/ 1163996 h 6858000"/>
              <a:gd name="connsiteX168" fmla="*/ 1773490 w 6616264"/>
              <a:gd name="connsiteY168" fmla="*/ 1284638 h 6858000"/>
              <a:gd name="connsiteX169" fmla="*/ 1652849 w 6616264"/>
              <a:gd name="connsiteY169" fmla="*/ 1163996 h 6858000"/>
              <a:gd name="connsiteX170" fmla="*/ 1773490 w 6616264"/>
              <a:gd name="connsiteY170" fmla="*/ 1043355 h 6858000"/>
              <a:gd name="connsiteX171" fmla="*/ 2346375 w 6616264"/>
              <a:gd name="connsiteY171" fmla="*/ 973034 h 6858000"/>
              <a:gd name="connsiteX172" fmla="*/ 2537335 w 6616264"/>
              <a:gd name="connsiteY172" fmla="*/ 1163996 h 6858000"/>
              <a:gd name="connsiteX173" fmla="*/ 2346375 w 6616264"/>
              <a:gd name="connsiteY173" fmla="*/ 1354957 h 6858000"/>
              <a:gd name="connsiteX174" fmla="*/ 2155413 w 6616264"/>
              <a:gd name="connsiteY174" fmla="*/ 1163996 h 6858000"/>
              <a:gd name="connsiteX175" fmla="*/ 2346375 w 6616264"/>
              <a:gd name="connsiteY175" fmla="*/ 973034 h 6858000"/>
              <a:gd name="connsiteX176" fmla="*/ 1201251 w 6616264"/>
              <a:gd name="connsiteY176" fmla="*/ 554986 h 6858000"/>
              <a:gd name="connsiteX177" fmla="*/ 1238024 w 6616264"/>
              <a:gd name="connsiteY177" fmla="*/ 591758 h 6858000"/>
              <a:gd name="connsiteX178" fmla="*/ 1201251 w 6616264"/>
              <a:gd name="connsiteY178" fmla="*/ 628531 h 6858000"/>
              <a:gd name="connsiteX179" fmla="*/ 1164478 w 6616264"/>
              <a:gd name="connsiteY179" fmla="*/ 591758 h 6858000"/>
              <a:gd name="connsiteX180" fmla="*/ 1201251 w 6616264"/>
              <a:gd name="connsiteY180" fmla="*/ 554986 h 6858000"/>
              <a:gd name="connsiteX181" fmla="*/ 1773490 w 6616264"/>
              <a:gd name="connsiteY181" fmla="*/ 516275 h 6858000"/>
              <a:gd name="connsiteX182" fmla="*/ 1848972 w 6616264"/>
              <a:gd name="connsiteY182" fmla="*/ 591757 h 6858000"/>
              <a:gd name="connsiteX183" fmla="*/ 1773490 w 6616264"/>
              <a:gd name="connsiteY183" fmla="*/ 667238 h 6858000"/>
              <a:gd name="connsiteX184" fmla="*/ 1698009 w 6616264"/>
              <a:gd name="connsiteY184" fmla="*/ 591757 h 6858000"/>
              <a:gd name="connsiteX185" fmla="*/ 1773490 w 6616264"/>
              <a:gd name="connsiteY185" fmla="*/ 516275 h 6858000"/>
              <a:gd name="connsiteX186" fmla="*/ 2346375 w 6616264"/>
              <a:gd name="connsiteY186" fmla="*/ 462084 h 6858000"/>
              <a:gd name="connsiteX187" fmla="*/ 2476048 w 6616264"/>
              <a:gd name="connsiteY187" fmla="*/ 591757 h 6858000"/>
              <a:gd name="connsiteX188" fmla="*/ 2346375 w 6616264"/>
              <a:gd name="connsiteY188" fmla="*/ 721429 h 6858000"/>
              <a:gd name="connsiteX189" fmla="*/ 2216701 w 6616264"/>
              <a:gd name="connsiteY189" fmla="*/ 591757 h 6858000"/>
              <a:gd name="connsiteX190" fmla="*/ 2346375 w 6616264"/>
              <a:gd name="connsiteY190" fmla="*/ 462084 h 6858000"/>
              <a:gd name="connsiteX191" fmla="*/ 2918614 w 6616264"/>
              <a:gd name="connsiteY191" fmla="*/ 395638 h 6858000"/>
              <a:gd name="connsiteX192" fmla="*/ 3114092 w 6616264"/>
              <a:gd name="connsiteY192" fmla="*/ 591115 h 6858000"/>
              <a:gd name="connsiteX193" fmla="*/ 2918614 w 6616264"/>
              <a:gd name="connsiteY193" fmla="*/ 786593 h 6858000"/>
              <a:gd name="connsiteX194" fmla="*/ 2723137 w 6616264"/>
              <a:gd name="connsiteY194" fmla="*/ 591115 h 6858000"/>
              <a:gd name="connsiteX195" fmla="*/ 2918614 w 6616264"/>
              <a:gd name="connsiteY195" fmla="*/ 395638 h 6858000"/>
              <a:gd name="connsiteX196" fmla="*/ 4310582 w 6616264"/>
              <a:gd name="connsiteY196" fmla="*/ 0 h 6858000"/>
              <a:gd name="connsiteX197" fmla="*/ 6616264 w 6616264"/>
              <a:gd name="connsiteY197" fmla="*/ 0 h 6858000"/>
              <a:gd name="connsiteX198" fmla="*/ 6616264 w 6616264"/>
              <a:gd name="connsiteY198" fmla="*/ 6845058 h 6858000"/>
              <a:gd name="connsiteX199" fmla="*/ 1487047 w 6616264"/>
              <a:gd name="connsiteY199" fmla="*/ 6845058 h 6858000"/>
              <a:gd name="connsiteX200" fmla="*/ 1727039 w 6616264"/>
              <a:gd name="connsiteY200" fmla="*/ 6632807 h 6858000"/>
              <a:gd name="connsiteX201" fmla="*/ 1965741 w 6616264"/>
              <a:gd name="connsiteY201" fmla="*/ 6834091 h 6858000"/>
              <a:gd name="connsiteX202" fmla="*/ 2090254 w 6616264"/>
              <a:gd name="connsiteY202" fmla="*/ 6611518 h 6858000"/>
              <a:gd name="connsiteX203" fmla="*/ 1960580 w 6616264"/>
              <a:gd name="connsiteY203" fmla="*/ 6459265 h 6858000"/>
              <a:gd name="connsiteX204" fmla="*/ 1727039 w 6616264"/>
              <a:gd name="connsiteY204" fmla="*/ 6583777 h 6858000"/>
              <a:gd name="connsiteX205" fmla="*/ 1445758 w 6616264"/>
              <a:gd name="connsiteY205" fmla="*/ 6302496 h 6858000"/>
              <a:gd name="connsiteX206" fmla="*/ 1658654 w 6616264"/>
              <a:gd name="connsiteY206" fmla="*/ 6029602 h 6858000"/>
              <a:gd name="connsiteX207" fmla="*/ 1419307 w 6616264"/>
              <a:gd name="connsiteY207" fmla="*/ 5729611 h 6858000"/>
              <a:gd name="connsiteX208" fmla="*/ 1598012 w 6616264"/>
              <a:gd name="connsiteY208" fmla="*/ 5450911 h 6858000"/>
              <a:gd name="connsiteX209" fmla="*/ 1420467 w 6616264"/>
              <a:gd name="connsiteY209" fmla="*/ 5251502 h 6858000"/>
              <a:gd name="connsiteX210" fmla="*/ 1412511 w 6616264"/>
              <a:gd name="connsiteY210" fmla="*/ 5198248 h 6858000"/>
              <a:gd name="connsiteX211" fmla="*/ 1418018 w 6616264"/>
              <a:gd name="connsiteY211" fmla="*/ 5170958 h 6858000"/>
              <a:gd name="connsiteX212" fmla="*/ 1410074 w 6616264"/>
              <a:gd name="connsiteY212" fmla="*/ 5131469 h 6858000"/>
              <a:gd name="connsiteX213" fmla="*/ 1419106 w 6616264"/>
              <a:gd name="connsiteY213" fmla="*/ 5067728 h 6858000"/>
              <a:gd name="connsiteX214" fmla="*/ 1580592 w 6616264"/>
              <a:gd name="connsiteY214" fmla="*/ 4872220 h 6858000"/>
              <a:gd name="connsiteX215" fmla="*/ 1417291 w 6616264"/>
              <a:gd name="connsiteY215" fmla="*/ 4675352 h 6858000"/>
              <a:gd name="connsiteX216" fmla="*/ 1411993 w 6616264"/>
              <a:gd name="connsiteY216" fmla="*/ 4638075 h 6858000"/>
              <a:gd name="connsiteX217" fmla="*/ 1419954 w 6616264"/>
              <a:gd name="connsiteY217" fmla="*/ 4598719 h 6858000"/>
              <a:gd name="connsiteX218" fmla="*/ 1409763 w 6616264"/>
              <a:gd name="connsiteY218" fmla="*/ 4548337 h 6858000"/>
              <a:gd name="connsiteX219" fmla="*/ 1417623 w 6616264"/>
              <a:gd name="connsiteY219" fmla="*/ 4493695 h 6858000"/>
              <a:gd name="connsiteX220" fmla="*/ 1584463 w 6616264"/>
              <a:gd name="connsiteY220" fmla="*/ 4295465 h 6858000"/>
              <a:gd name="connsiteX221" fmla="*/ 1410276 w 6616264"/>
              <a:gd name="connsiteY221" fmla="*/ 4012249 h 6858000"/>
              <a:gd name="connsiteX222" fmla="*/ 1619945 w 6616264"/>
              <a:gd name="connsiteY222" fmla="*/ 3714194 h 6858000"/>
              <a:gd name="connsiteX223" fmla="*/ 1432210 w 6616264"/>
              <a:gd name="connsiteY223" fmla="*/ 3440009 h 6858000"/>
              <a:gd name="connsiteX224" fmla="*/ 1727039 w 6616264"/>
              <a:gd name="connsiteY224" fmla="*/ 3145180 h 6858000"/>
              <a:gd name="connsiteX225" fmla="*/ 1959290 w 6616264"/>
              <a:gd name="connsiteY225" fmla="*/ 3259370 h 6858000"/>
              <a:gd name="connsiteX226" fmla="*/ 2066382 w 6616264"/>
              <a:gd name="connsiteY226" fmla="*/ 3133568 h 6858000"/>
              <a:gd name="connsiteX227" fmla="*/ 1963805 w 6616264"/>
              <a:gd name="connsiteY227" fmla="*/ 2980025 h 6858000"/>
              <a:gd name="connsiteX228" fmla="*/ 1726393 w 6616264"/>
              <a:gd name="connsiteY228" fmla="*/ 3129696 h 6858000"/>
              <a:gd name="connsiteX229" fmla="*/ 1463822 w 6616264"/>
              <a:gd name="connsiteY229" fmla="*/ 2867125 h 6858000"/>
              <a:gd name="connsiteX230" fmla="*/ 1726393 w 6616264"/>
              <a:gd name="connsiteY230" fmla="*/ 2604553 h 6858000"/>
              <a:gd name="connsiteX231" fmla="*/ 1963805 w 6616264"/>
              <a:gd name="connsiteY231" fmla="*/ 2754226 h 6858000"/>
              <a:gd name="connsiteX232" fmla="*/ 2128316 w 6616264"/>
              <a:gd name="connsiteY232" fmla="*/ 2557458 h 6858000"/>
              <a:gd name="connsiteX233" fmla="*/ 1995952 w 6616264"/>
              <a:gd name="connsiteY233" fmla="*/ 2374289 h 6858000"/>
              <a:gd name="connsiteX234" fmla="*/ 1989817 w 6616264"/>
              <a:gd name="connsiteY234" fmla="*/ 2326586 h 6858000"/>
              <a:gd name="connsiteX235" fmla="*/ 1993483 w 6616264"/>
              <a:gd name="connsiteY235" fmla="*/ 2308473 h 6858000"/>
              <a:gd name="connsiteX236" fmla="*/ 1987399 w 6616264"/>
              <a:gd name="connsiteY236" fmla="*/ 2278426 h 6858000"/>
              <a:gd name="connsiteX237" fmla="*/ 1992121 w 6616264"/>
              <a:gd name="connsiteY237" fmla="*/ 2231592 h 6858000"/>
              <a:gd name="connsiteX238" fmla="*/ 2299279 w 6616264"/>
              <a:gd name="connsiteY238" fmla="*/ 1981352 h 6858000"/>
              <a:gd name="connsiteX239" fmla="*/ 2538626 w 6616264"/>
              <a:gd name="connsiteY239" fmla="*/ 2092962 h 6858000"/>
              <a:gd name="connsiteX240" fmla="*/ 2647654 w 6616264"/>
              <a:gd name="connsiteY240" fmla="*/ 1976190 h 6858000"/>
              <a:gd name="connsiteX241" fmla="*/ 2542496 w 6616264"/>
              <a:gd name="connsiteY241" fmla="*/ 1803293 h 6858000"/>
              <a:gd name="connsiteX242" fmla="*/ 2298633 w 6616264"/>
              <a:gd name="connsiteY242" fmla="*/ 1979417 h 6858000"/>
              <a:gd name="connsiteX243" fmla="*/ 2041223 w 6616264"/>
              <a:gd name="connsiteY243" fmla="*/ 1722003 h 6858000"/>
              <a:gd name="connsiteX244" fmla="*/ 2298633 w 6616264"/>
              <a:gd name="connsiteY244" fmla="*/ 1464593 h 6858000"/>
              <a:gd name="connsiteX245" fmla="*/ 2542496 w 6616264"/>
              <a:gd name="connsiteY245" fmla="*/ 1640718 h 6858000"/>
              <a:gd name="connsiteX246" fmla="*/ 2760554 w 6616264"/>
              <a:gd name="connsiteY246" fmla="*/ 1402016 h 6858000"/>
              <a:gd name="connsiteX247" fmla="*/ 2595399 w 6616264"/>
              <a:gd name="connsiteY247" fmla="*/ 1149118 h 6858000"/>
              <a:gd name="connsiteX248" fmla="*/ 2871517 w 6616264"/>
              <a:gd name="connsiteY248" fmla="*/ 872997 h 6858000"/>
              <a:gd name="connsiteX249" fmla="*/ 3123122 w 6616264"/>
              <a:gd name="connsiteY249" fmla="*/ 1035574 h 6858000"/>
              <a:gd name="connsiteX250" fmla="*/ 3348276 w 6616264"/>
              <a:gd name="connsiteY250" fmla="*/ 822035 h 6858000"/>
              <a:gd name="connsiteX251" fmla="*/ 3179894 w 6616264"/>
              <a:gd name="connsiteY251" fmla="*/ 576235 h 6858000"/>
              <a:gd name="connsiteX252" fmla="*/ 3443756 w 6616264"/>
              <a:gd name="connsiteY252" fmla="*/ 312373 h 6858000"/>
              <a:gd name="connsiteX253" fmla="*/ 3699877 w 6616264"/>
              <a:gd name="connsiteY253" fmla="*/ 514303 h 6858000"/>
              <a:gd name="connsiteX254" fmla="*/ 4015996 w 6616264"/>
              <a:gd name="connsiteY254" fmla="*/ 254311 h 6858000"/>
              <a:gd name="connsiteX255" fmla="*/ 4275343 w 6616264"/>
              <a:gd name="connsiteY255" fmla="*/ 385274 h 6858000"/>
              <a:gd name="connsiteX256" fmla="*/ 4441788 w 6616264"/>
              <a:gd name="connsiteY256" fmla="*/ 240118 h 6858000"/>
              <a:gd name="connsiteX257" fmla="*/ 4310179 w 6616264"/>
              <a:gd name="connsiteY257" fmla="*/ 3997 h 6858000"/>
              <a:gd name="connsiteX258" fmla="*/ 3836709 w 6616264"/>
              <a:gd name="connsiteY258" fmla="*/ 0 h 6858000"/>
              <a:gd name="connsiteX259" fmla="*/ 4290765 w 6616264"/>
              <a:gd name="connsiteY259" fmla="*/ 0 h 6858000"/>
              <a:gd name="connsiteX260" fmla="*/ 4294697 w 6616264"/>
              <a:gd name="connsiteY260" fmla="*/ 19521 h 6858000"/>
              <a:gd name="connsiteX261" fmla="*/ 4063738 w 6616264"/>
              <a:gd name="connsiteY261" fmla="*/ 250481 h 6858000"/>
              <a:gd name="connsiteX262" fmla="*/ 3832777 w 6616264"/>
              <a:gd name="connsiteY262" fmla="*/ 19521 h 6858000"/>
              <a:gd name="connsiteX263" fmla="*/ 3315960 w 6616264"/>
              <a:gd name="connsiteY263" fmla="*/ 0 h 6858000"/>
              <a:gd name="connsiteX264" fmla="*/ 3665746 w 6616264"/>
              <a:gd name="connsiteY264" fmla="*/ 0 h 6858000"/>
              <a:gd name="connsiteX265" fmla="*/ 3669557 w 6616264"/>
              <a:gd name="connsiteY265" fmla="*/ 18877 h 6858000"/>
              <a:gd name="connsiteX266" fmla="*/ 3490853 w 6616264"/>
              <a:gd name="connsiteY266" fmla="*/ 197580 h 6858000"/>
              <a:gd name="connsiteX267" fmla="*/ 3312149 w 6616264"/>
              <a:gd name="connsiteY267" fmla="*/ 18877 h 6858000"/>
              <a:gd name="connsiteX268" fmla="*/ 2797406 w 6616264"/>
              <a:gd name="connsiteY268" fmla="*/ 0 h 6858000"/>
              <a:gd name="connsiteX269" fmla="*/ 3039822 w 6616264"/>
              <a:gd name="connsiteY269" fmla="*/ 0 h 6858000"/>
              <a:gd name="connsiteX270" fmla="*/ 3043771 w 6616264"/>
              <a:gd name="connsiteY270" fmla="*/ 19521 h 6858000"/>
              <a:gd name="connsiteX271" fmla="*/ 2918614 w 6616264"/>
              <a:gd name="connsiteY271" fmla="*/ 144678 h 6858000"/>
              <a:gd name="connsiteX272" fmla="*/ 2793456 w 6616264"/>
              <a:gd name="connsiteY272" fmla="*/ 19521 h 6858000"/>
              <a:gd name="connsiteX273" fmla="*/ 2274893 w 6616264"/>
              <a:gd name="connsiteY273" fmla="*/ 0 h 6858000"/>
              <a:gd name="connsiteX274" fmla="*/ 2417855 w 6616264"/>
              <a:gd name="connsiteY274" fmla="*/ 0 h 6858000"/>
              <a:gd name="connsiteX275" fmla="*/ 2421856 w 6616264"/>
              <a:gd name="connsiteY275" fmla="*/ 19518 h 6858000"/>
              <a:gd name="connsiteX276" fmla="*/ 2346375 w 6616264"/>
              <a:gd name="connsiteY276" fmla="*/ 94999 h 6858000"/>
              <a:gd name="connsiteX277" fmla="*/ 2270893 w 6616264"/>
              <a:gd name="connsiteY277" fmla="*/ 19518 h 6858000"/>
              <a:gd name="connsiteX278" fmla="*/ 1740884 w 6616264"/>
              <a:gd name="connsiteY278" fmla="*/ 0 h 6858000"/>
              <a:gd name="connsiteX279" fmla="*/ 1806098 w 6616264"/>
              <a:gd name="connsiteY279" fmla="*/ 0 h 6858000"/>
              <a:gd name="connsiteX280" fmla="*/ 1814136 w 6616264"/>
              <a:gd name="connsiteY280" fmla="*/ 19519 h 6858000"/>
              <a:gd name="connsiteX281" fmla="*/ 1773490 w 6616264"/>
              <a:gd name="connsiteY281" fmla="*/ 60163 h 6858000"/>
              <a:gd name="connsiteX282" fmla="*/ 1732847 w 6616264"/>
              <a:gd name="connsiteY282" fmla="*/ 195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</a:cxnLst>
            <a:rect l="l" t="t" r="r" b="b"/>
            <a:pathLst>
              <a:path w="6616264" h="6858000">
                <a:moveTo>
                  <a:pt x="56772" y="6855419"/>
                </a:moveTo>
                <a:cubicBezTo>
                  <a:pt x="61288" y="6855419"/>
                  <a:pt x="65160" y="6856710"/>
                  <a:pt x="69029" y="6858000"/>
                </a:cubicBezTo>
                <a:lnTo>
                  <a:pt x="44514" y="6858000"/>
                </a:lnTo>
                <a:cubicBezTo>
                  <a:pt x="47740" y="6856710"/>
                  <a:pt x="52255" y="6856064"/>
                  <a:pt x="56772" y="6855419"/>
                </a:cubicBezTo>
                <a:close/>
                <a:moveTo>
                  <a:pt x="629011" y="6807680"/>
                </a:moveTo>
                <a:cubicBezTo>
                  <a:pt x="662559" y="6807680"/>
                  <a:pt x="691590" y="6828969"/>
                  <a:pt x="703848" y="6858000"/>
                </a:cubicBezTo>
                <a:lnTo>
                  <a:pt x="554820" y="6858000"/>
                </a:lnTo>
                <a:cubicBezTo>
                  <a:pt x="566433" y="6828324"/>
                  <a:pt x="595464" y="6807680"/>
                  <a:pt x="629011" y="6807680"/>
                </a:cubicBezTo>
                <a:close/>
                <a:moveTo>
                  <a:pt x="1201250" y="6737359"/>
                </a:moveTo>
                <a:cubicBezTo>
                  <a:pt x="1274151" y="6737359"/>
                  <a:pt x="1335439" y="6789614"/>
                  <a:pt x="1348988" y="6858000"/>
                </a:cubicBezTo>
                <a:lnTo>
                  <a:pt x="1053513" y="6858000"/>
                </a:lnTo>
                <a:cubicBezTo>
                  <a:pt x="1067706" y="6788970"/>
                  <a:pt x="1128349" y="6737359"/>
                  <a:pt x="1201250" y="6737359"/>
                </a:cubicBezTo>
                <a:close/>
                <a:moveTo>
                  <a:pt x="56772" y="6273504"/>
                </a:moveTo>
                <a:cubicBezTo>
                  <a:pt x="79998" y="6273504"/>
                  <a:pt x="99350" y="6292214"/>
                  <a:pt x="99350" y="6316083"/>
                </a:cubicBezTo>
                <a:cubicBezTo>
                  <a:pt x="99350" y="6339308"/>
                  <a:pt x="80642" y="6358662"/>
                  <a:pt x="56772" y="6358662"/>
                </a:cubicBezTo>
                <a:cubicBezTo>
                  <a:pt x="33547" y="6358662"/>
                  <a:pt x="14192" y="6339954"/>
                  <a:pt x="14192" y="6316083"/>
                </a:cubicBezTo>
                <a:cubicBezTo>
                  <a:pt x="14192" y="6292859"/>
                  <a:pt x="32902" y="6273504"/>
                  <a:pt x="56772" y="6273504"/>
                </a:cubicBezTo>
                <a:close/>
                <a:moveTo>
                  <a:pt x="629011" y="6216086"/>
                </a:moveTo>
                <a:cubicBezTo>
                  <a:pt x="684494" y="6216086"/>
                  <a:pt x="729008" y="6260600"/>
                  <a:pt x="729008" y="6316082"/>
                </a:cubicBezTo>
                <a:cubicBezTo>
                  <a:pt x="729008" y="6371564"/>
                  <a:pt x="684494" y="6416080"/>
                  <a:pt x="629011" y="6416080"/>
                </a:cubicBezTo>
                <a:cubicBezTo>
                  <a:pt x="573530" y="6416080"/>
                  <a:pt x="529015" y="6371564"/>
                  <a:pt x="529015" y="6316082"/>
                </a:cubicBezTo>
                <a:cubicBezTo>
                  <a:pt x="529015" y="6260600"/>
                  <a:pt x="573530" y="6216086"/>
                  <a:pt x="629011" y="6216086"/>
                </a:cubicBezTo>
                <a:close/>
                <a:moveTo>
                  <a:pt x="1201251" y="6134799"/>
                </a:moveTo>
                <a:cubicBezTo>
                  <a:pt x="1301248" y="6134799"/>
                  <a:pt x="1382536" y="6216086"/>
                  <a:pt x="1382536" y="6316083"/>
                </a:cubicBezTo>
                <a:cubicBezTo>
                  <a:pt x="1382536" y="6416080"/>
                  <a:pt x="1301248" y="6497367"/>
                  <a:pt x="1201251" y="6497367"/>
                </a:cubicBezTo>
                <a:cubicBezTo>
                  <a:pt x="1101255" y="6497367"/>
                  <a:pt x="1019967" y="6416080"/>
                  <a:pt x="1019967" y="6316083"/>
                </a:cubicBezTo>
                <a:cubicBezTo>
                  <a:pt x="1019967" y="6216086"/>
                  <a:pt x="1101255" y="6134799"/>
                  <a:pt x="1201251" y="6134799"/>
                </a:cubicBezTo>
                <a:close/>
                <a:moveTo>
                  <a:pt x="56773" y="5692878"/>
                </a:moveTo>
                <a:cubicBezTo>
                  <a:pt x="84514" y="5692878"/>
                  <a:pt x="107093" y="5715457"/>
                  <a:pt x="107738" y="5743844"/>
                </a:cubicBezTo>
                <a:cubicBezTo>
                  <a:pt x="107738" y="5772231"/>
                  <a:pt x="85159" y="5794810"/>
                  <a:pt x="56773" y="5794810"/>
                </a:cubicBezTo>
                <a:cubicBezTo>
                  <a:pt x="28385" y="5794810"/>
                  <a:pt x="5806" y="5772231"/>
                  <a:pt x="5806" y="5743844"/>
                </a:cubicBezTo>
                <a:cubicBezTo>
                  <a:pt x="5806" y="5715457"/>
                  <a:pt x="28385" y="5692878"/>
                  <a:pt x="56773" y="5692878"/>
                </a:cubicBezTo>
                <a:close/>
                <a:moveTo>
                  <a:pt x="629011" y="5627718"/>
                </a:moveTo>
                <a:cubicBezTo>
                  <a:pt x="692881" y="5627718"/>
                  <a:pt x="744491" y="5679330"/>
                  <a:pt x="744491" y="5743198"/>
                </a:cubicBezTo>
                <a:cubicBezTo>
                  <a:pt x="744491" y="5807067"/>
                  <a:pt x="692881" y="5858678"/>
                  <a:pt x="629011" y="5858678"/>
                </a:cubicBezTo>
                <a:cubicBezTo>
                  <a:pt x="565143" y="5858678"/>
                  <a:pt x="513532" y="5807067"/>
                  <a:pt x="513532" y="5743198"/>
                </a:cubicBezTo>
                <a:cubicBezTo>
                  <a:pt x="513532" y="5679330"/>
                  <a:pt x="565143" y="5627718"/>
                  <a:pt x="629011" y="5627718"/>
                </a:cubicBezTo>
                <a:close/>
                <a:moveTo>
                  <a:pt x="1201250" y="5539979"/>
                </a:moveTo>
                <a:cubicBezTo>
                  <a:pt x="1313506" y="5539979"/>
                  <a:pt x="1404470" y="5630944"/>
                  <a:pt x="1404470" y="5743198"/>
                </a:cubicBezTo>
                <a:cubicBezTo>
                  <a:pt x="1404470" y="5855452"/>
                  <a:pt x="1313506" y="5946418"/>
                  <a:pt x="1201250" y="5946418"/>
                </a:cubicBezTo>
                <a:cubicBezTo>
                  <a:pt x="1088996" y="5946418"/>
                  <a:pt x="998031" y="5855452"/>
                  <a:pt x="998031" y="5743198"/>
                </a:cubicBezTo>
                <a:cubicBezTo>
                  <a:pt x="998031" y="5630944"/>
                  <a:pt x="1088996" y="5539979"/>
                  <a:pt x="1201250" y="5539979"/>
                </a:cubicBezTo>
                <a:close/>
                <a:moveTo>
                  <a:pt x="56772" y="5114187"/>
                </a:moveTo>
                <a:cubicBezTo>
                  <a:pt x="87739" y="5114187"/>
                  <a:pt x="113543" y="5139347"/>
                  <a:pt x="113543" y="5170959"/>
                </a:cubicBezTo>
                <a:cubicBezTo>
                  <a:pt x="113543" y="5201926"/>
                  <a:pt x="88383" y="5227731"/>
                  <a:pt x="56772" y="5227731"/>
                </a:cubicBezTo>
                <a:cubicBezTo>
                  <a:pt x="25805" y="5227731"/>
                  <a:pt x="0" y="5202571"/>
                  <a:pt x="0" y="5170959"/>
                </a:cubicBezTo>
                <a:cubicBezTo>
                  <a:pt x="0" y="5139992"/>
                  <a:pt x="25160" y="5114187"/>
                  <a:pt x="56772" y="5114187"/>
                </a:cubicBezTo>
                <a:close/>
                <a:moveTo>
                  <a:pt x="629011" y="5045802"/>
                </a:moveTo>
                <a:cubicBezTo>
                  <a:pt x="698041" y="5045802"/>
                  <a:pt x="754168" y="5101930"/>
                  <a:pt x="754168" y="5170959"/>
                </a:cubicBezTo>
                <a:cubicBezTo>
                  <a:pt x="754168" y="5239989"/>
                  <a:pt x="698041" y="5296116"/>
                  <a:pt x="629011" y="5296116"/>
                </a:cubicBezTo>
                <a:cubicBezTo>
                  <a:pt x="559981" y="5296116"/>
                  <a:pt x="503854" y="5239989"/>
                  <a:pt x="503854" y="5170959"/>
                </a:cubicBezTo>
                <a:cubicBezTo>
                  <a:pt x="503854" y="5101930"/>
                  <a:pt x="559981" y="5045802"/>
                  <a:pt x="629011" y="5045802"/>
                </a:cubicBezTo>
                <a:close/>
                <a:moveTo>
                  <a:pt x="1201250" y="4954191"/>
                </a:moveTo>
                <a:cubicBezTo>
                  <a:pt x="1291247" y="4954191"/>
                  <a:pt x="1368181" y="5008626"/>
                  <a:pt x="1401022" y="5086465"/>
                </a:cubicBezTo>
                <a:lnTo>
                  <a:pt x="1410074" y="5131469"/>
                </a:lnTo>
                <a:lnTo>
                  <a:pt x="1406404" y="5157373"/>
                </a:lnTo>
                <a:lnTo>
                  <a:pt x="1412511" y="5198248"/>
                </a:lnTo>
                <a:lnTo>
                  <a:pt x="1401022" y="5255179"/>
                </a:lnTo>
                <a:cubicBezTo>
                  <a:pt x="1368181" y="5332930"/>
                  <a:pt x="1291247" y="5387726"/>
                  <a:pt x="1201250" y="5387726"/>
                </a:cubicBezTo>
                <a:cubicBezTo>
                  <a:pt x="1081899" y="5387726"/>
                  <a:pt x="984484" y="5290954"/>
                  <a:pt x="984484" y="5170958"/>
                </a:cubicBezTo>
                <a:cubicBezTo>
                  <a:pt x="984484" y="5051607"/>
                  <a:pt x="1081254" y="4954191"/>
                  <a:pt x="1201250" y="4954191"/>
                </a:cubicBezTo>
                <a:close/>
                <a:moveTo>
                  <a:pt x="56772" y="4541947"/>
                </a:moveTo>
                <a:cubicBezTo>
                  <a:pt x="87739" y="4541947"/>
                  <a:pt x="113543" y="4567107"/>
                  <a:pt x="113543" y="4598719"/>
                </a:cubicBezTo>
                <a:cubicBezTo>
                  <a:pt x="113543" y="4629686"/>
                  <a:pt x="88383" y="4655491"/>
                  <a:pt x="56772" y="4655491"/>
                </a:cubicBezTo>
                <a:cubicBezTo>
                  <a:pt x="25805" y="4655491"/>
                  <a:pt x="0" y="4630331"/>
                  <a:pt x="0" y="4598719"/>
                </a:cubicBezTo>
                <a:cubicBezTo>
                  <a:pt x="0" y="4567752"/>
                  <a:pt x="25160" y="4541947"/>
                  <a:pt x="56772" y="4541947"/>
                </a:cubicBezTo>
                <a:close/>
                <a:moveTo>
                  <a:pt x="629011" y="4471627"/>
                </a:moveTo>
                <a:cubicBezTo>
                  <a:pt x="698687" y="4471627"/>
                  <a:pt x="755461" y="4528399"/>
                  <a:pt x="756105" y="4598719"/>
                </a:cubicBezTo>
                <a:cubicBezTo>
                  <a:pt x="756105" y="4669041"/>
                  <a:pt x="699333" y="4725813"/>
                  <a:pt x="629011" y="4725813"/>
                </a:cubicBezTo>
                <a:cubicBezTo>
                  <a:pt x="558691" y="4725813"/>
                  <a:pt x="501919" y="4669041"/>
                  <a:pt x="501919" y="4598719"/>
                </a:cubicBezTo>
                <a:cubicBezTo>
                  <a:pt x="501919" y="4528399"/>
                  <a:pt x="558691" y="4471627"/>
                  <a:pt x="629011" y="4471627"/>
                </a:cubicBezTo>
                <a:close/>
                <a:moveTo>
                  <a:pt x="1201250" y="4380017"/>
                </a:moveTo>
                <a:cubicBezTo>
                  <a:pt x="1291731" y="4380017"/>
                  <a:pt x="1369511" y="4435177"/>
                  <a:pt x="1402746" y="4513652"/>
                </a:cubicBezTo>
                <a:lnTo>
                  <a:pt x="1409763" y="4548337"/>
                </a:lnTo>
                <a:lnTo>
                  <a:pt x="1404469" y="4585133"/>
                </a:lnTo>
                <a:lnTo>
                  <a:pt x="1411993" y="4638075"/>
                </a:lnTo>
                <a:lnTo>
                  <a:pt x="1402746" y="4683788"/>
                </a:lnTo>
                <a:cubicBezTo>
                  <a:pt x="1369511" y="4762263"/>
                  <a:pt x="1291731" y="4817423"/>
                  <a:pt x="1201250" y="4817423"/>
                </a:cubicBezTo>
                <a:cubicBezTo>
                  <a:pt x="1080609" y="4817423"/>
                  <a:pt x="982548" y="4719361"/>
                  <a:pt x="982548" y="4598719"/>
                </a:cubicBezTo>
                <a:cubicBezTo>
                  <a:pt x="982548" y="4478078"/>
                  <a:pt x="1080609" y="4380017"/>
                  <a:pt x="1201250" y="4380017"/>
                </a:cubicBezTo>
                <a:close/>
                <a:moveTo>
                  <a:pt x="56772" y="3971644"/>
                </a:moveTo>
                <a:cubicBezTo>
                  <a:pt x="87093" y="3971644"/>
                  <a:pt x="111609" y="3996159"/>
                  <a:pt x="111609" y="4026481"/>
                </a:cubicBezTo>
                <a:cubicBezTo>
                  <a:pt x="111609" y="4056802"/>
                  <a:pt x="87093" y="4081318"/>
                  <a:pt x="56772" y="4081318"/>
                </a:cubicBezTo>
                <a:cubicBezTo>
                  <a:pt x="26450" y="4081318"/>
                  <a:pt x="1935" y="4056802"/>
                  <a:pt x="1935" y="4026481"/>
                </a:cubicBezTo>
                <a:cubicBezTo>
                  <a:pt x="1935" y="3996159"/>
                  <a:pt x="26450" y="3971644"/>
                  <a:pt x="56772" y="3971644"/>
                </a:cubicBezTo>
                <a:close/>
                <a:moveTo>
                  <a:pt x="629011" y="3905839"/>
                </a:moveTo>
                <a:cubicBezTo>
                  <a:pt x="695461" y="3905839"/>
                  <a:pt x="749008" y="3959385"/>
                  <a:pt x="749008" y="4025835"/>
                </a:cubicBezTo>
                <a:cubicBezTo>
                  <a:pt x="749008" y="4092285"/>
                  <a:pt x="695461" y="4145832"/>
                  <a:pt x="629011" y="4145832"/>
                </a:cubicBezTo>
                <a:cubicBezTo>
                  <a:pt x="562561" y="4145832"/>
                  <a:pt x="509015" y="4092285"/>
                  <a:pt x="509015" y="4025835"/>
                </a:cubicBezTo>
                <a:cubicBezTo>
                  <a:pt x="509015" y="3959385"/>
                  <a:pt x="562561" y="3905839"/>
                  <a:pt x="629011" y="3905839"/>
                </a:cubicBezTo>
                <a:close/>
                <a:moveTo>
                  <a:pt x="1203892" y="3814492"/>
                </a:moveTo>
                <a:cubicBezTo>
                  <a:pt x="1302314" y="3815634"/>
                  <a:pt x="1389676" y="3885700"/>
                  <a:pt x="1409012" y="3986118"/>
                </a:cubicBezTo>
                <a:cubicBezTo>
                  <a:pt x="1431111" y="4100879"/>
                  <a:pt x="1355993" y="4211830"/>
                  <a:pt x="1241229" y="4233929"/>
                </a:cubicBezTo>
                <a:cubicBezTo>
                  <a:pt x="1126467" y="4256029"/>
                  <a:pt x="1015518" y="4180910"/>
                  <a:pt x="993420" y="4066147"/>
                </a:cubicBezTo>
                <a:cubicBezTo>
                  <a:pt x="971319" y="3951383"/>
                  <a:pt x="1046437" y="3840434"/>
                  <a:pt x="1161200" y="3818335"/>
                </a:cubicBezTo>
                <a:cubicBezTo>
                  <a:pt x="1175546" y="3815573"/>
                  <a:pt x="1189832" y="3814329"/>
                  <a:pt x="1203892" y="3814492"/>
                </a:cubicBezTo>
                <a:close/>
                <a:moveTo>
                  <a:pt x="56773" y="3404566"/>
                </a:moveTo>
                <a:cubicBezTo>
                  <a:pt x="83868" y="3404566"/>
                  <a:pt x="105802" y="3426501"/>
                  <a:pt x="105802" y="3453597"/>
                </a:cubicBezTo>
                <a:cubicBezTo>
                  <a:pt x="105802" y="3480692"/>
                  <a:pt x="83868" y="3502626"/>
                  <a:pt x="56773" y="3502626"/>
                </a:cubicBezTo>
                <a:cubicBezTo>
                  <a:pt x="29677" y="3502626"/>
                  <a:pt x="7742" y="3480692"/>
                  <a:pt x="7742" y="3453597"/>
                </a:cubicBezTo>
                <a:cubicBezTo>
                  <a:pt x="7742" y="3426501"/>
                  <a:pt x="29677" y="3404566"/>
                  <a:pt x="56773" y="3404566"/>
                </a:cubicBezTo>
                <a:close/>
                <a:moveTo>
                  <a:pt x="629011" y="3346503"/>
                </a:moveTo>
                <a:cubicBezTo>
                  <a:pt x="688364" y="3346503"/>
                  <a:pt x="736105" y="3394244"/>
                  <a:pt x="736105" y="3453597"/>
                </a:cubicBezTo>
                <a:cubicBezTo>
                  <a:pt x="736105" y="3512950"/>
                  <a:pt x="688364" y="3560690"/>
                  <a:pt x="629011" y="3560690"/>
                </a:cubicBezTo>
                <a:cubicBezTo>
                  <a:pt x="569658" y="3560690"/>
                  <a:pt x="521918" y="3512950"/>
                  <a:pt x="521918" y="3453597"/>
                </a:cubicBezTo>
                <a:cubicBezTo>
                  <a:pt x="521918" y="3394244"/>
                  <a:pt x="569658" y="3346503"/>
                  <a:pt x="629011" y="3346503"/>
                </a:cubicBezTo>
                <a:close/>
                <a:moveTo>
                  <a:pt x="1202686" y="3262069"/>
                </a:moveTo>
                <a:cubicBezTo>
                  <a:pt x="1277355" y="3262625"/>
                  <a:pt x="1347997" y="3307072"/>
                  <a:pt x="1378371" y="3380399"/>
                </a:cubicBezTo>
                <a:cubicBezTo>
                  <a:pt x="1418869" y="3478167"/>
                  <a:pt x="1372441" y="3590254"/>
                  <a:pt x="1274673" y="3630752"/>
                </a:cubicBezTo>
                <a:cubicBezTo>
                  <a:pt x="1176904" y="3671250"/>
                  <a:pt x="1064816" y="3624823"/>
                  <a:pt x="1024320" y="3527054"/>
                </a:cubicBezTo>
                <a:cubicBezTo>
                  <a:pt x="983821" y="3429286"/>
                  <a:pt x="1030249" y="3317198"/>
                  <a:pt x="1128017" y="3276701"/>
                </a:cubicBezTo>
                <a:cubicBezTo>
                  <a:pt x="1152459" y="3266577"/>
                  <a:pt x="1177796" y="3261885"/>
                  <a:pt x="1202686" y="3262069"/>
                </a:cubicBezTo>
                <a:close/>
                <a:moveTo>
                  <a:pt x="56772" y="2842649"/>
                </a:moveTo>
                <a:cubicBezTo>
                  <a:pt x="78062" y="2842649"/>
                  <a:pt x="95481" y="2860068"/>
                  <a:pt x="95481" y="2881357"/>
                </a:cubicBezTo>
                <a:cubicBezTo>
                  <a:pt x="95481" y="2902647"/>
                  <a:pt x="78062" y="2920066"/>
                  <a:pt x="56772" y="2920066"/>
                </a:cubicBezTo>
                <a:cubicBezTo>
                  <a:pt x="34837" y="2920066"/>
                  <a:pt x="18064" y="2902647"/>
                  <a:pt x="18064" y="2881357"/>
                </a:cubicBezTo>
                <a:cubicBezTo>
                  <a:pt x="18064" y="2860068"/>
                  <a:pt x="35482" y="2842649"/>
                  <a:pt x="56772" y="2842649"/>
                </a:cubicBezTo>
                <a:close/>
                <a:moveTo>
                  <a:pt x="629011" y="2794263"/>
                </a:moveTo>
                <a:cubicBezTo>
                  <a:pt x="676752" y="2794263"/>
                  <a:pt x="716105" y="2832971"/>
                  <a:pt x="716105" y="2881357"/>
                </a:cubicBezTo>
                <a:cubicBezTo>
                  <a:pt x="716105" y="2929097"/>
                  <a:pt x="677397" y="2968450"/>
                  <a:pt x="629011" y="2968450"/>
                </a:cubicBezTo>
                <a:cubicBezTo>
                  <a:pt x="580626" y="2968450"/>
                  <a:pt x="541273" y="2929743"/>
                  <a:pt x="541918" y="2881357"/>
                </a:cubicBezTo>
                <a:cubicBezTo>
                  <a:pt x="541918" y="2833616"/>
                  <a:pt x="580626" y="2794263"/>
                  <a:pt x="629011" y="2794263"/>
                </a:cubicBezTo>
                <a:close/>
                <a:moveTo>
                  <a:pt x="1201251" y="2715555"/>
                </a:moveTo>
                <a:cubicBezTo>
                  <a:pt x="1292862" y="2715555"/>
                  <a:pt x="1367053" y="2789747"/>
                  <a:pt x="1367053" y="2881357"/>
                </a:cubicBezTo>
                <a:cubicBezTo>
                  <a:pt x="1367053" y="2972967"/>
                  <a:pt x="1292862" y="3047158"/>
                  <a:pt x="1201251" y="3047158"/>
                </a:cubicBezTo>
                <a:cubicBezTo>
                  <a:pt x="1109641" y="3047158"/>
                  <a:pt x="1035450" y="2972967"/>
                  <a:pt x="1035450" y="2881357"/>
                </a:cubicBezTo>
                <a:cubicBezTo>
                  <a:pt x="1035450" y="2789747"/>
                  <a:pt x="1109641" y="2715555"/>
                  <a:pt x="1201251" y="2715555"/>
                </a:cubicBezTo>
                <a:close/>
                <a:moveTo>
                  <a:pt x="629011" y="2240732"/>
                </a:moveTo>
                <a:cubicBezTo>
                  <a:pt x="666430" y="2240732"/>
                  <a:pt x="696752" y="2271055"/>
                  <a:pt x="696752" y="2308473"/>
                </a:cubicBezTo>
                <a:cubicBezTo>
                  <a:pt x="696752" y="2345890"/>
                  <a:pt x="666430" y="2376214"/>
                  <a:pt x="629011" y="2376214"/>
                </a:cubicBezTo>
                <a:cubicBezTo>
                  <a:pt x="591594" y="2376214"/>
                  <a:pt x="561272" y="2345890"/>
                  <a:pt x="561272" y="2308473"/>
                </a:cubicBezTo>
                <a:cubicBezTo>
                  <a:pt x="561272" y="2271055"/>
                  <a:pt x="591594" y="2240732"/>
                  <a:pt x="629011" y="2240732"/>
                </a:cubicBezTo>
                <a:close/>
                <a:moveTo>
                  <a:pt x="1201250" y="2176227"/>
                </a:moveTo>
                <a:cubicBezTo>
                  <a:pt x="1274151" y="2176227"/>
                  <a:pt x="1333504" y="2235576"/>
                  <a:pt x="1333504" y="2308479"/>
                </a:cubicBezTo>
                <a:cubicBezTo>
                  <a:pt x="1333504" y="2381376"/>
                  <a:pt x="1274151" y="2440726"/>
                  <a:pt x="1201250" y="2440726"/>
                </a:cubicBezTo>
                <a:cubicBezTo>
                  <a:pt x="1128349" y="2440726"/>
                  <a:pt x="1068997" y="2382022"/>
                  <a:pt x="1068997" y="2308479"/>
                </a:cubicBezTo>
                <a:cubicBezTo>
                  <a:pt x="1068997" y="2235576"/>
                  <a:pt x="1128349" y="2176227"/>
                  <a:pt x="1201250" y="2176227"/>
                </a:cubicBezTo>
                <a:close/>
                <a:moveTo>
                  <a:pt x="1773490" y="2088481"/>
                </a:moveTo>
                <a:cubicBezTo>
                  <a:pt x="1864456" y="2088481"/>
                  <a:pt x="1942719" y="2144006"/>
                  <a:pt x="1976166" y="2222935"/>
                </a:cubicBezTo>
                <a:lnTo>
                  <a:pt x="1987399" y="2278426"/>
                </a:lnTo>
                <a:lnTo>
                  <a:pt x="1985740" y="2294890"/>
                </a:lnTo>
                <a:lnTo>
                  <a:pt x="1989817" y="2326586"/>
                </a:lnTo>
                <a:lnTo>
                  <a:pt x="1976166" y="2394018"/>
                </a:lnTo>
                <a:cubicBezTo>
                  <a:pt x="1942719" y="2472945"/>
                  <a:pt x="1864456" y="2528464"/>
                  <a:pt x="1773490" y="2528464"/>
                </a:cubicBezTo>
                <a:cubicBezTo>
                  <a:pt x="1652204" y="2528464"/>
                  <a:pt x="1553498" y="2430406"/>
                  <a:pt x="1553498" y="2308473"/>
                </a:cubicBezTo>
                <a:cubicBezTo>
                  <a:pt x="1553498" y="2187186"/>
                  <a:pt x="1652204" y="2088481"/>
                  <a:pt x="1773490" y="2088481"/>
                </a:cubicBezTo>
                <a:close/>
                <a:moveTo>
                  <a:pt x="629011" y="1688493"/>
                </a:moveTo>
                <a:cubicBezTo>
                  <a:pt x="655462" y="1688493"/>
                  <a:pt x="676752" y="1709783"/>
                  <a:pt x="676752" y="1736234"/>
                </a:cubicBezTo>
                <a:cubicBezTo>
                  <a:pt x="676752" y="1762684"/>
                  <a:pt x="655462" y="1783975"/>
                  <a:pt x="629011" y="1783975"/>
                </a:cubicBezTo>
                <a:cubicBezTo>
                  <a:pt x="602561" y="1783975"/>
                  <a:pt x="581271" y="1762684"/>
                  <a:pt x="581271" y="1736234"/>
                </a:cubicBezTo>
                <a:cubicBezTo>
                  <a:pt x="581271" y="1709783"/>
                  <a:pt x="602561" y="1688493"/>
                  <a:pt x="629011" y="1688493"/>
                </a:cubicBezTo>
                <a:close/>
                <a:moveTo>
                  <a:pt x="1201250" y="1639465"/>
                </a:moveTo>
                <a:cubicBezTo>
                  <a:pt x="1254798" y="1639465"/>
                  <a:pt x="1298022" y="1682692"/>
                  <a:pt x="1298022" y="1736237"/>
                </a:cubicBezTo>
                <a:cubicBezTo>
                  <a:pt x="1298022" y="1789784"/>
                  <a:pt x="1254798" y="1833008"/>
                  <a:pt x="1201250" y="1833008"/>
                </a:cubicBezTo>
                <a:cubicBezTo>
                  <a:pt x="1147704" y="1833008"/>
                  <a:pt x="1104480" y="1789784"/>
                  <a:pt x="1104480" y="1736237"/>
                </a:cubicBezTo>
                <a:cubicBezTo>
                  <a:pt x="1104480" y="1682692"/>
                  <a:pt x="1147704" y="1639465"/>
                  <a:pt x="1201250" y="1639465"/>
                </a:cubicBezTo>
                <a:close/>
                <a:moveTo>
                  <a:pt x="1741933" y="1572389"/>
                </a:moveTo>
                <a:cubicBezTo>
                  <a:pt x="1832555" y="1554938"/>
                  <a:pt x="1920163" y="1614255"/>
                  <a:pt x="1937614" y="1704875"/>
                </a:cubicBezTo>
                <a:cubicBezTo>
                  <a:pt x="1955064" y="1795496"/>
                  <a:pt x="1895749" y="1883105"/>
                  <a:pt x="1805127" y="1900555"/>
                </a:cubicBezTo>
                <a:cubicBezTo>
                  <a:pt x="1714507" y="1918005"/>
                  <a:pt x="1626897" y="1858692"/>
                  <a:pt x="1609447" y="1768068"/>
                </a:cubicBezTo>
                <a:cubicBezTo>
                  <a:pt x="1591996" y="1677449"/>
                  <a:pt x="1651313" y="1589840"/>
                  <a:pt x="1741933" y="1572389"/>
                </a:cubicBezTo>
                <a:close/>
                <a:moveTo>
                  <a:pt x="1189474" y="1102707"/>
                </a:moveTo>
                <a:cubicBezTo>
                  <a:pt x="1223414" y="1096172"/>
                  <a:pt x="1256226" y="1118389"/>
                  <a:pt x="1262761" y="1152327"/>
                </a:cubicBezTo>
                <a:cubicBezTo>
                  <a:pt x="1269297" y="1186266"/>
                  <a:pt x="1247081" y="1219079"/>
                  <a:pt x="1213141" y="1225613"/>
                </a:cubicBezTo>
                <a:cubicBezTo>
                  <a:pt x="1179203" y="1232150"/>
                  <a:pt x="1146392" y="1209934"/>
                  <a:pt x="1139856" y="1175994"/>
                </a:cubicBezTo>
                <a:cubicBezTo>
                  <a:pt x="1133320" y="1142055"/>
                  <a:pt x="1155536" y="1109244"/>
                  <a:pt x="1189474" y="1102707"/>
                </a:cubicBezTo>
                <a:close/>
                <a:moveTo>
                  <a:pt x="1773490" y="1043355"/>
                </a:moveTo>
                <a:cubicBezTo>
                  <a:pt x="1839939" y="1043355"/>
                  <a:pt x="1894132" y="1097545"/>
                  <a:pt x="1894132" y="1163996"/>
                </a:cubicBezTo>
                <a:cubicBezTo>
                  <a:pt x="1894132" y="1230445"/>
                  <a:pt x="1839939" y="1284638"/>
                  <a:pt x="1773490" y="1284638"/>
                </a:cubicBezTo>
                <a:cubicBezTo>
                  <a:pt x="1707040" y="1284638"/>
                  <a:pt x="1652849" y="1230445"/>
                  <a:pt x="1652849" y="1163996"/>
                </a:cubicBezTo>
                <a:cubicBezTo>
                  <a:pt x="1652849" y="1097545"/>
                  <a:pt x="1707040" y="1043355"/>
                  <a:pt x="1773490" y="1043355"/>
                </a:cubicBezTo>
                <a:close/>
                <a:moveTo>
                  <a:pt x="2346375" y="973034"/>
                </a:moveTo>
                <a:cubicBezTo>
                  <a:pt x="2451840" y="973034"/>
                  <a:pt x="2537335" y="1058530"/>
                  <a:pt x="2537335" y="1163996"/>
                </a:cubicBezTo>
                <a:cubicBezTo>
                  <a:pt x="2537335" y="1269461"/>
                  <a:pt x="2451840" y="1354957"/>
                  <a:pt x="2346375" y="1354957"/>
                </a:cubicBezTo>
                <a:cubicBezTo>
                  <a:pt x="2240910" y="1354957"/>
                  <a:pt x="2155413" y="1269461"/>
                  <a:pt x="2155413" y="1163996"/>
                </a:cubicBezTo>
                <a:cubicBezTo>
                  <a:pt x="2155413" y="1058530"/>
                  <a:pt x="2240910" y="973034"/>
                  <a:pt x="2346375" y="973034"/>
                </a:cubicBezTo>
                <a:close/>
                <a:moveTo>
                  <a:pt x="1201251" y="554986"/>
                </a:moveTo>
                <a:cubicBezTo>
                  <a:pt x="1221250" y="554986"/>
                  <a:pt x="1238024" y="571759"/>
                  <a:pt x="1238024" y="591758"/>
                </a:cubicBezTo>
                <a:cubicBezTo>
                  <a:pt x="1238024" y="611758"/>
                  <a:pt x="1221250" y="628531"/>
                  <a:pt x="1201251" y="628531"/>
                </a:cubicBezTo>
                <a:cubicBezTo>
                  <a:pt x="1181252" y="628531"/>
                  <a:pt x="1164478" y="611758"/>
                  <a:pt x="1164478" y="591758"/>
                </a:cubicBezTo>
                <a:cubicBezTo>
                  <a:pt x="1164478" y="571759"/>
                  <a:pt x="1181252" y="554986"/>
                  <a:pt x="1201251" y="554986"/>
                </a:cubicBezTo>
                <a:close/>
                <a:moveTo>
                  <a:pt x="1773490" y="516275"/>
                </a:moveTo>
                <a:cubicBezTo>
                  <a:pt x="1815424" y="516275"/>
                  <a:pt x="1848972" y="549823"/>
                  <a:pt x="1848972" y="591757"/>
                </a:cubicBezTo>
                <a:cubicBezTo>
                  <a:pt x="1848972" y="633690"/>
                  <a:pt x="1815424" y="667238"/>
                  <a:pt x="1773490" y="667238"/>
                </a:cubicBezTo>
                <a:cubicBezTo>
                  <a:pt x="1732201" y="667238"/>
                  <a:pt x="1698009" y="633047"/>
                  <a:pt x="1698009" y="591757"/>
                </a:cubicBezTo>
                <a:cubicBezTo>
                  <a:pt x="1698009" y="549823"/>
                  <a:pt x="1731556" y="516275"/>
                  <a:pt x="1773490" y="516275"/>
                </a:cubicBezTo>
                <a:close/>
                <a:moveTo>
                  <a:pt x="2346375" y="462084"/>
                </a:moveTo>
                <a:cubicBezTo>
                  <a:pt x="2417986" y="462084"/>
                  <a:pt x="2476048" y="520146"/>
                  <a:pt x="2476048" y="591757"/>
                </a:cubicBezTo>
                <a:cubicBezTo>
                  <a:pt x="2476048" y="663367"/>
                  <a:pt x="2417986" y="721429"/>
                  <a:pt x="2346375" y="721429"/>
                </a:cubicBezTo>
                <a:cubicBezTo>
                  <a:pt x="2274764" y="721429"/>
                  <a:pt x="2216057" y="663367"/>
                  <a:pt x="2216701" y="591757"/>
                </a:cubicBezTo>
                <a:cubicBezTo>
                  <a:pt x="2216701" y="520146"/>
                  <a:pt x="2274764" y="462084"/>
                  <a:pt x="2346375" y="462084"/>
                </a:cubicBezTo>
                <a:close/>
                <a:moveTo>
                  <a:pt x="2918614" y="395638"/>
                </a:moveTo>
                <a:cubicBezTo>
                  <a:pt x="3026353" y="395638"/>
                  <a:pt x="3114092" y="483377"/>
                  <a:pt x="3114092" y="591115"/>
                </a:cubicBezTo>
                <a:cubicBezTo>
                  <a:pt x="3114092" y="698853"/>
                  <a:pt x="3026353" y="786593"/>
                  <a:pt x="2918614" y="786593"/>
                </a:cubicBezTo>
                <a:cubicBezTo>
                  <a:pt x="2810875" y="786593"/>
                  <a:pt x="2723137" y="699498"/>
                  <a:pt x="2723137" y="591115"/>
                </a:cubicBezTo>
                <a:cubicBezTo>
                  <a:pt x="2723137" y="483377"/>
                  <a:pt x="2810875" y="395638"/>
                  <a:pt x="2918614" y="395638"/>
                </a:cubicBezTo>
                <a:close/>
                <a:moveTo>
                  <a:pt x="4310582" y="0"/>
                </a:moveTo>
                <a:lnTo>
                  <a:pt x="6616264" y="0"/>
                </a:lnTo>
                <a:lnTo>
                  <a:pt x="6616264" y="6845058"/>
                </a:lnTo>
                <a:lnTo>
                  <a:pt x="1487047" y="6845058"/>
                </a:lnTo>
                <a:cubicBezTo>
                  <a:pt x="1501885" y="6725707"/>
                  <a:pt x="1603173" y="6632807"/>
                  <a:pt x="1727039" y="6632807"/>
                </a:cubicBezTo>
                <a:cubicBezTo>
                  <a:pt x="1847035" y="6632807"/>
                  <a:pt x="1946387" y="6719901"/>
                  <a:pt x="1965741" y="6834091"/>
                </a:cubicBezTo>
                <a:cubicBezTo>
                  <a:pt x="1976709" y="6743772"/>
                  <a:pt x="2023158" y="6665064"/>
                  <a:pt x="2090254" y="6611518"/>
                </a:cubicBezTo>
                <a:cubicBezTo>
                  <a:pt x="2034126" y="6573454"/>
                  <a:pt x="1988966" y="6521199"/>
                  <a:pt x="1960580" y="6459265"/>
                </a:cubicBezTo>
                <a:cubicBezTo>
                  <a:pt x="1910259" y="6534101"/>
                  <a:pt x="1824455" y="6583777"/>
                  <a:pt x="1727039" y="6583777"/>
                </a:cubicBezTo>
                <a:cubicBezTo>
                  <a:pt x="1571560" y="6583777"/>
                  <a:pt x="1445758" y="6457975"/>
                  <a:pt x="1445758" y="6302496"/>
                </a:cubicBezTo>
                <a:cubicBezTo>
                  <a:pt x="1445758" y="6170243"/>
                  <a:pt x="1536078" y="6059923"/>
                  <a:pt x="1658654" y="6029602"/>
                </a:cubicBezTo>
                <a:cubicBezTo>
                  <a:pt x="1521884" y="5997990"/>
                  <a:pt x="1419307" y="5876059"/>
                  <a:pt x="1419307" y="5729611"/>
                </a:cubicBezTo>
                <a:cubicBezTo>
                  <a:pt x="1419307" y="5606390"/>
                  <a:pt x="1492853" y="5499942"/>
                  <a:pt x="1598012" y="5450911"/>
                </a:cubicBezTo>
                <a:cubicBezTo>
                  <a:pt x="1513337" y="5413654"/>
                  <a:pt x="1447894" y="5340834"/>
                  <a:pt x="1420467" y="5251502"/>
                </a:cubicBezTo>
                <a:lnTo>
                  <a:pt x="1412511" y="5198248"/>
                </a:lnTo>
                <a:lnTo>
                  <a:pt x="1418018" y="5170958"/>
                </a:lnTo>
                <a:lnTo>
                  <a:pt x="1410074" y="5131469"/>
                </a:lnTo>
                <a:lnTo>
                  <a:pt x="1419106" y="5067728"/>
                </a:lnTo>
                <a:cubicBezTo>
                  <a:pt x="1443902" y="4982419"/>
                  <a:pt x="1503175" y="4911897"/>
                  <a:pt x="1580592" y="4872220"/>
                </a:cubicBezTo>
                <a:cubicBezTo>
                  <a:pt x="1502208" y="4832545"/>
                  <a:pt x="1442330" y="4761297"/>
                  <a:pt x="1417291" y="4675352"/>
                </a:cubicBezTo>
                <a:lnTo>
                  <a:pt x="1411993" y="4638075"/>
                </a:lnTo>
                <a:lnTo>
                  <a:pt x="1419954" y="4598719"/>
                </a:lnTo>
                <a:lnTo>
                  <a:pt x="1409763" y="4548337"/>
                </a:lnTo>
                <a:lnTo>
                  <a:pt x="1417623" y="4493695"/>
                </a:lnTo>
                <a:cubicBezTo>
                  <a:pt x="1443297" y="4406752"/>
                  <a:pt x="1504626" y="4335142"/>
                  <a:pt x="1584463" y="4295465"/>
                </a:cubicBezTo>
                <a:cubicBezTo>
                  <a:pt x="1481241" y="4243208"/>
                  <a:pt x="1410276" y="4136115"/>
                  <a:pt x="1410276" y="4012249"/>
                </a:cubicBezTo>
                <a:cubicBezTo>
                  <a:pt x="1410276" y="3874833"/>
                  <a:pt x="1497370" y="3758063"/>
                  <a:pt x="1619945" y="3714194"/>
                </a:cubicBezTo>
                <a:cubicBezTo>
                  <a:pt x="1510272" y="3670970"/>
                  <a:pt x="1432210" y="3564521"/>
                  <a:pt x="1432210" y="3440009"/>
                </a:cubicBezTo>
                <a:cubicBezTo>
                  <a:pt x="1432210" y="3276789"/>
                  <a:pt x="1564463" y="3145180"/>
                  <a:pt x="1727039" y="3145180"/>
                </a:cubicBezTo>
                <a:cubicBezTo>
                  <a:pt x="1821230" y="3145180"/>
                  <a:pt x="1905097" y="3189694"/>
                  <a:pt x="1959290" y="3259370"/>
                </a:cubicBezTo>
                <a:cubicBezTo>
                  <a:pt x="1985740" y="3210339"/>
                  <a:pt x="2022513" y="3167115"/>
                  <a:pt x="2066382" y="3133568"/>
                </a:cubicBezTo>
                <a:cubicBezTo>
                  <a:pt x="2019932" y="3092924"/>
                  <a:pt x="1983805" y="3040022"/>
                  <a:pt x="1963805" y="2980025"/>
                </a:cubicBezTo>
                <a:cubicBezTo>
                  <a:pt x="1921226" y="3068408"/>
                  <a:pt x="1830907" y="3129696"/>
                  <a:pt x="1726393" y="3129696"/>
                </a:cubicBezTo>
                <a:cubicBezTo>
                  <a:pt x="1581237" y="3129696"/>
                  <a:pt x="1463822" y="3012281"/>
                  <a:pt x="1463822" y="2867125"/>
                </a:cubicBezTo>
                <a:cubicBezTo>
                  <a:pt x="1463822" y="2721968"/>
                  <a:pt x="1581237" y="2604553"/>
                  <a:pt x="1726393" y="2604553"/>
                </a:cubicBezTo>
                <a:cubicBezTo>
                  <a:pt x="1831551" y="2604553"/>
                  <a:pt x="1921871" y="2665842"/>
                  <a:pt x="1963805" y="2754226"/>
                </a:cubicBezTo>
                <a:cubicBezTo>
                  <a:pt x="1992191" y="2670357"/>
                  <a:pt x="2051544" y="2600037"/>
                  <a:pt x="2128316" y="2557458"/>
                </a:cubicBezTo>
                <a:cubicBezTo>
                  <a:pt x="2063964" y="2515365"/>
                  <a:pt x="2015941" y="2450406"/>
                  <a:pt x="1995952" y="2374289"/>
                </a:cubicBezTo>
                <a:lnTo>
                  <a:pt x="1989817" y="2326586"/>
                </a:lnTo>
                <a:lnTo>
                  <a:pt x="1993483" y="2308473"/>
                </a:lnTo>
                <a:lnTo>
                  <a:pt x="1987399" y="2278426"/>
                </a:lnTo>
                <a:lnTo>
                  <a:pt x="1992121" y="2231592"/>
                </a:lnTo>
                <a:cubicBezTo>
                  <a:pt x="2021404" y="2088536"/>
                  <a:pt x="2147992" y="1981352"/>
                  <a:pt x="2299279" y="1981352"/>
                </a:cubicBezTo>
                <a:cubicBezTo>
                  <a:pt x="2395404" y="1981352"/>
                  <a:pt x="2481207" y="2024578"/>
                  <a:pt x="2538626" y="2092962"/>
                </a:cubicBezTo>
                <a:cubicBezTo>
                  <a:pt x="2566367" y="2047155"/>
                  <a:pt x="2603784" y="2007158"/>
                  <a:pt x="2647654" y="1976190"/>
                </a:cubicBezTo>
                <a:cubicBezTo>
                  <a:pt x="2596688" y="1931031"/>
                  <a:pt x="2559269" y="1871032"/>
                  <a:pt x="2542496" y="1803293"/>
                </a:cubicBezTo>
                <a:cubicBezTo>
                  <a:pt x="2508304" y="1905871"/>
                  <a:pt x="2412178" y="1979417"/>
                  <a:pt x="2298633" y="1979417"/>
                </a:cubicBezTo>
                <a:cubicBezTo>
                  <a:pt x="2156057" y="1979417"/>
                  <a:pt x="2041223" y="1863936"/>
                  <a:pt x="2041223" y="1722003"/>
                </a:cubicBezTo>
                <a:cubicBezTo>
                  <a:pt x="2041223" y="1579429"/>
                  <a:pt x="2156703" y="1464593"/>
                  <a:pt x="2298633" y="1464593"/>
                </a:cubicBezTo>
                <a:cubicBezTo>
                  <a:pt x="2412178" y="1464593"/>
                  <a:pt x="2508304" y="1538784"/>
                  <a:pt x="2542496" y="1640718"/>
                </a:cubicBezTo>
                <a:cubicBezTo>
                  <a:pt x="2570239" y="1529109"/>
                  <a:pt x="2652815" y="1439433"/>
                  <a:pt x="2760554" y="1402016"/>
                </a:cubicBezTo>
                <a:cubicBezTo>
                  <a:pt x="2663137" y="1358789"/>
                  <a:pt x="2595399" y="1262019"/>
                  <a:pt x="2595399" y="1149118"/>
                </a:cubicBezTo>
                <a:cubicBezTo>
                  <a:pt x="2595399" y="996221"/>
                  <a:pt x="2719264" y="872997"/>
                  <a:pt x="2871517" y="872997"/>
                </a:cubicBezTo>
                <a:cubicBezTo>
                  <a:pt x="2983772" y="872997"/>
                  <a:pt x="3079897" y="939449"/>
                  <a:pt x="3123122" y="1035574"/>
                </a:cubicBezTo>
                <a:cubicBezTo>
                  <a:pt x="3159250" y="932997"/>
                  <a:pt x="3243118" y="853000"/>
                  <a:pt x="3348276" y="822035"/>
                </a:cubicBezTo>
                <a:cubicBezTo>
                  <a:pt x="3249570" y="783327"/>
                  <a:pt x="3179894" y="688491"/>
                  <a:pt x="3179894" y="576235"/>
                </a:cubicBezTo>
                <a:cubicBezTo>
                  <a:pt x="3179894" y="430434"/>
                  <a:pt x="3297955" y="312373"/>
                  <a:pt x="3443756" y="312373"/>
                </a:cubicBezTo>
                <a:cubicBezTo>
                  <a:pt x="3567623" y="312373"/>
                  <a:pt x="3672136" y="398822"/>
                  <a:pt x="3699877" y="514303"/>
                </a:cubicBezTo>
                <a:cubicBezTo>
                  <a:pt x="3728908" y="365921"/>
                  <a:pt x="3859227" y="254311"/>
                  <a:pt x="4015996" y="254311"/>
                </a:cubicBezTo>
                <a:cubicBezTo>
                  <a:pt x="4122445" y="254311"/>
                  <a:pt x="4216635" y="305923"/>
                  <a:pt x="4275343" y="385274"/>
                </a:cubicBezTo>
                <a:cubicBezTo>
                  <a:pt x="4314051" y="321405"/>
                  <a:pt x="4372759" y="270440"/>
                  <a:pt x="4441788" y="240118"/>
                </a:cubicBezTo>
                <a:cubicBezTo>
                  <a:pt x="4363082" y="191087"/>
                  <a:pt x="4310179" y="103993"/>
                  <a:pt x="4310179" y="3997"/>
                </a:cubicBezTo>
                <a:close/>
                <a:moveTo>
                  <a:pt x="3836709" y="0"/>
                </a:moveTo>
                <a:lnTo>
                  <a:pt x="4290765" y="0"/>
                </a:lnTo>
                <a:lnTo>
                  <a:pt x="4294697" y="19521"/>
                </a:lnTo>
                <a:cubicBezTo>
                  <a:pt x="4294697" y="147259"/>
                  <a:pt x="4191475" y="250481"/>
                  <a:pt x="4063738" y="250481"/>
                </a:cubicBezTo>
                <a:cubicBezTo>
                  <a:pt x="3935999" y="250481"/>
                  <a:pt x="3832132" y="146614"/>
                  <a:pt x="3832777" y="19521"/>
                </a:cubicBezTo>
                <a:close/>
                <a:moveTo>
                  <a:pt x="3315960" y="0"/>
                </a:moveTo>
                <a:lnTo>
                  <a:pt x="3665746" y="0"/>
                </a:lnTo>
                <a:lnTo>
                  <a:pt x="3669557" y="18877"/>
                </a:lnTo>
                <a:cubicBezTo>
                  <a:pt x="3669557" y="117572"/>
                  <a:pt x="3589548" y="197580"/>
                  <a:pt x="3490853" y="197580"/>
                </a:cubicBezTo>
                <a:cubicBezTo>
                  <a:pt x="3392157" y="197580"/>
                  <a:pt x="3312149" y="117572"/>
                  <a:pt x="3312149" y="18877"/>
                </a:cubicBezTo>
                <a:close/>
                <a:moveTo>
                  <a:pt x="2797406" y="0"/>
                </a:moveTo>
                <a:lnTo>
                  <a:pt x="3039822" y="0"/>
                </a:lnTo>
                <a:lnTo>
                  <a:pt x="3043771" y="19521"/>
                </a:lnTo>
                <a:cubicBezTo>
                  <a:pt x="3043771" y="88551"/>
                  <a:pt x="2987643" y="144678"/>
                  <a:pt x="2918614" y="144678"/>
                </a:cubicBezTo>
                <a:cubicBezTo>
                  <a:pt x="2849583" y="144678"/>
                  <a:pt x="2793456" y="88551"/>
                  <a:pt x="2793456" y="19521"/>
                </a:cubicBezTo>
                <a:close/>
                <a:moveTo>
                  <a:pt x="2274893" y="0"/>
                </a:moveTo>
                <a:lnTo>
                  <a:pt x="2417855" y="0"/>
                </a:lnTo>
                <a:lnTo>
                  <a:pt x="2421856" y="19518"/>
                </a:lnTo>
                <a:cubicBezTo>
                  <a:pt x="2421856" y="60807"/>
                  <a:pt x="2388308" y="94999"/>
                  <a:pt x="2346375" y="94999"/>
                </a:cubicBezTo>
                <a:cubicBezTo>
                  <a:pt x="2304440" y="94999"/>
                  <a:pt x="2270893" y="60807"/>
                  <a:pt x="2270893" y="19518"/>
                </a:cubicBezTo>
                <a:close/>
                <a:moveTo>
                  <a:pt x="1740884" y="0"/>
                </a:moveTo>
                <a:lnTo>
                  <a:pt x="1806098" y="0"/>
                </a:lnTo>
                <a:lnTo>
                  <a:pt x="1814136" y="19519"/>
                </a:lnTo>
                <a:cubicBezTo>
                  <a:pt x="1814136" y="42100"/>
                  <a:pt x="1796071" y="60163"/>
                  <a:pt x="1773490" y="60163"/>
                </a:cubicBezTo>
                <a:cubicBezTo>
                  <a:pt x="1750911" y="60163"/>
                  <a:pt x="1732847" y="41455"/>
                  <a:pt x="1732847" y="19519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Add image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FE567CD6-3B78-4067-89C5-1D44BD3BA3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4E15BA4C-2851-4908-B582-A726DAB971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8775" y="3641952"/>
            <a:ext cx="5068888" cy="2315936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0" indent="0">
              <a:buNone/>
              <a:defRPr sz="1600">
                <a:latin typeface="+mn-lt"/>
              </a:defRPr>
            </a:lvl2pPr>
            <a:lvl3pPr marL="0" indent="0">
              <a:buNone/>
              <a:defRPr sz="1600">
                <a:latin typeface="+mn-lt"/>
              </a:defRPr>
            </a:lvl3pPr>
            <a:lvl4pPr marL="0" indent="0">
              <a:buNone/>
              <a:defRPr sz="1600">
                <a:latin typeface="+mn-lt"/>
              </a:defRPr>
            </a:lvl4pPr>
            <a:lvl5pPr marL="0" indent="0">
              <a:buNone/>
              <a:defRPr sz="1600">
                <a:latin typeface="+mn-lt"/>
              </a:defRPr>
            </a:lvl5pPr>
          </a:lstStyle>
          <a:p>
            <a:pPr lvl="0"/>
            <a:r>
              <a:rPr lang="en-US"/>
              <a:t>Add biography</a:t>
            </a:r>
          </a:p>
        </p:txBody>
      </p:sp>
      <p:sp>
        <p:nvSpPr>
          <p:cNvPr id="16" name="Job">
            <a:extLst>
              <a:ext uri="{FF2B5EF4-FFF2-40B4-BE49-F238E27FC236}">
                <a16:creationId xmlns:a16="http://schemas.microsoft.com/office/drawing/2014/main" id="{F838E057-8933-4F9A-98C2-E00BD0C8CC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8775" y="2295525"/>
            <a:ext cx="5068888" cy="1133475"/>
          </a:xfrm>
        </p:spPr>
        <p:txBody>
          <a:bodyPr/>
          <a:lstStyle>
            <a:lvl1pPr marL="0" indent="0">
              <a:buNone/>
              <a:defRPr sz="3200">
                <a:latin typeface="+mn-lt"/>
              </a:defRPr>
            </a:lvl1pPr>
            <a:lvl2pPr marL="0" indent="0">
              <a:buNone/>
              <a:defRPr sz="3200"/>
            </a:lvl2pPr>
            <a:lvl3pPr marL="0" indent="0">
              <a:buNone/>
              <a:defRPr sz="3200">
                <a:latin typeface="+mn-lt"/>
              </a:defRPr>
            </a:lvl3pPr>
            <a:lvl4pPr marL="0" indent="0">
              <a:buNone/>
              <a:defRPr sz="3200">
                <a:latin typeface="+mn-lt"/>
              </a:defRPr>
            </a:lvl4pPr>
            <a:lvl5pPr marL="177800" indent="0">
              <a:buNone/>
              <a:defRPr sz="3200">
                <a:latin typeface="+mn-lt"/>
              </a:defRPr>
            </a:lvl5pPr>
          </a:lstStyle>
          <a:p>
            <a:pPr lvl="0"/>
            <a:r>
              <a:rPr lang="en-US"/>
              <a:t>Job Title, Company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8BAC30FE-1767-4175-A595-03CBD296F1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75" y="1798638"/>
            <a:ext cx="5068888" cy="496887"/>
          </a:xfrm>
        </p:spPr>
        <p:txBody>
          <a:bodyPr/>
          <a:lstStyle>
            <a:lvl1pPr marL="0" indent="0">
              <a:buNone/>
              <a:defRPr sz="3200"/>
            </a:lvl1pPr>
            <a:lvl2pPr marL="0" indent="0">
              <a:buNone/>
              <a:defRPr sz="3200"/>
            </a:lvl2pPr>
            <a:lvl3pPr marL="0" indent="0">
              <a:buNone/>
              <a:defRPr sz="3200">
                <a:latin typeface="+mn-lt"/>
              </a:defRPr>
            </a:lvl3pPr>
            <a:lvl4pPr marL="0" indent="0">
              <a:buNone/>
              <a:defRPr sz="3200">
                <a:latin typeface="+mn-lt"/>
              </a:defRPr>
            </a:lvl4pPr>
            <a:lvl5pPr marL="177800" indent="0">
              <a:buNone/>
              <a:defRPr sz="3200">
                <a:latin typeface="+mn-lt"/>
              </a:defRPr>
            </a:lvl5pPr>
          </a:lstStyle>
          <a:p>
            <a:pPr lvl="0"/>
            <a:r>
              <a:rPr lang="en-US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2518412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1323" userDrawn="1">
          <p15:clr>
            <a:srgbClr val="FF96FF"/>
          </p15:clr>
        </p15:guide>
        <p15:guide id="7" pos="1453" userDrawn="1">
          <p15:clr>
            <a:srgbClr val="FF96FF"/>
          </p15:clr>
        </p15:guide>
        <p15:guide id="9" pos="2680" userDrawn="1">
          <p15:clr>
            <a:srgbClr val="FF96FF"/>
          </p15:clr>
        </p15:guide>
        <p15:guide id="10" pos="3795" userDrawn="1">
          <p15:clr>
            <a:srgbClr val="FF96FF"/>
          </p15:clr>
        </p15:guide>
        <p15:guide id="11" pos="3908" userDrawn="1">
          <p15:clr>
            <a:srgbClr val="FF96FF"/>
          </p15:clr>
        </p15:guide>
        <p15:guide id="12" pos="4999" userDrawn="1">
          <p15:clr>
            <a:srgbClr val="FF96FF"/>
          </p15:clr>
        </p15:guide>
        <p15:guide id="13" pos="5135" userDrawn="1">
          <p15:clr>
            <a:srgbClr val="FF96FF"/>
          </p15:clr>
        </p15:guide>
        <p15:guide id="14" pos="6226" userDrawn="1">
          <p15:clr>
            <a:srgbClr val="FF96FF"/>
          </p15:clr>
        </p15:guide>
        <p15:guide id="15" pos="6362" userDrawn="1">
          <p15:clr>
            <a:srgbClr val="FF96FF"/>
          </p15:clr>
        </p15:guide>
        <p15:guide id="16" pos="7453" userDrawn="1">
          <p15:clr>
            <a:srgbClr val="FF96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367FE9DC-36B2-4EF6-81B3-FF56730E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6CCEF0C-98DF-2DFC-F585-30FD491A5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7950" y="6203950"/>
            <a:ext cx="690562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A4833988-7703-4670-BBA7-955D2D0200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24416" y="4766324"/>
            <a:ext cx="2705310" cy="1195164"/>
          </a:xfrm>
        </p:spPr>
        <p:txBody>
          <a:bodyPr/>
          <a:lstStyle>
            <a:lvl1pPr marL="0" indent="0">
              <a:buNone/>
              <a:defRPr sz="1200">
                <a:latin typeface="+mn-lt"/>
              </a:defRPr>
            </a:lvl1pPr>
            <a:lvl2pPr marL="0" indent="0">
              <a:buNone/>
              <a:defRPr sz="1600">
                <a:latin typeface="+mn-lt"/>
              </a:defRPr>
            </a:lvl2pPr>
            <a:lvl3pPr marL="0" indent="0">
              <a:buNone/>
              <a:defRPr sz="1600">
                <a:latin typeface="+mn-lt"/>
              </a:defRPr>
            </a:lvl3pPr>
            <a:lvl4pPr marL="0" indent="0">
              <a:buNone/>
              <a:defRPr sz="1600">
                <a:latin typeface="+mn-lt"/>
              </a:defRPr>
            </a:lvl4pPr>
            <a:lvl5pPr marL="0" indent="0">
              <a:buNone/>
              <a:defRPr sz="1600">
                <a:latin typeface="+mn-lt"/>
              </a:defRPr>
            </a:lvl5pPr>
          </a:lstStyle>
          <a:p>
            <a:pPr lvl="0"/>
            <a:r>
              <a:rPr lang="en-US"/>
              <a:t>Add biography</a:t>
            </a: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CDD4FF4-10BE-4B8A-BB7D-A9E41E108E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4641" y="4766324"/>
            <a:ext cx="2705310" cy="1195164"/>
          </a:xfrm>
        </p:spPr>
        <p:txBody>
          <a:bodyPr/>
          <a:lstStyle>
            <a:lvl1pPr marL="0" indent="0">
              <a:buNone/>
              <a:defRPr sz="1200">
                <a:latin typeface="+mn-lt"/>
              </a:defRPr>
            </a:lvl1pPr>
            <a:lvl2pPr marL="0" indent="0">
              <a:buNone/>
              <a:defRPr sz="1600">
                <a:latin typeface="+mn-lt"/>
              </a:defRPr>
            </a:lvl2pPr>
            <a:lvl3pPr marL="0" indent="0">
              <a:buNone/>
              <a:defRPr sz="1600">
                <a:latin typeface="+mn-lt"/>
              </a:defRPr>
            </a:lvl3pPr>
            <a:lvl4pPr marL="0" indent="0">
              <a:buNone/>
              <a:defRPr sz="1600">
                <a:latin typeface="+mn-lt"/>
              </a:defRPr>
            </a:lvl4pPr>
            <a:lvl5pPr marL="0" indent="0">
              <a:buNone/>
              <a:defRPr sz="1600">
                <a:latin typeface="+mn-lt"/>
              </a:defRPr>
            </a:lvl5pPr>
          </a:lstStyle>
          <a:p>
            <a:pPr lvl="0"/>
            <a:r>
              <a:rPr lang="en-US"/>
              <a:t>Add biography</a:t>
            </a: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0C3B1F89-2B51-4803-AA81-E770D55BE1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82053" y="4755524"/>
            <a:ext cx="2705310" cy="1195164"/>
          </a:xfrm>
        </p:spPr>
        <p:txBody>
          <a:bodyPr/>
          <a:lstStyle>
            <a:lvl1pPr marL="0" indent="0">
              <a:buNone/>
              <a:defRPr sz="1200">
                <a:latin typeface="+mn-lt"/>
              </a:defRPr>
            </a:lvl1pPr>
            <a:lvl2pPr marL="0" indent="0">
              <a:buNone/>
              <a:defRPr sz="1600">
                <a:latin typeface="+mn-lt"/>
              </a:defRPr>
            </a:lvl2pPr>
            <a:lvl3pPr marL="0" indent="0">
              <a:buNone/>
              <a:defRPr sz="1600">
                <a:latin typeface="+mn-lt"/>
              </a:defRPr>
            </a:lvl3pPr>
            <a:lvl4pPr marL="0" indent="0">
              <a:buNone/>
              <a:defRPr sz="1600">
                <a:latin typeface="+mn-lt"/>
              </a:defRPr>
            </a:lvl4pPr>
            <a:lvl5pPr marL="0" indent="0">
              <a:buNone/>
              <a:defRPr sz="1600">
                <a:latin typeface="+mn-lt"/>
              </a:defRPr>
            </a:lvl5pPr>
          </a:lstStyle>
          <a:p>
            <a:pPr lvl="0"/>
            <a:r>
              <a:rPr lang="en-US"/>
              <a:t>Add biography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3C81E87E-86C2-441F-8BC2-56BC77F462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9465" y="4762724"/>
            <a:ext cx="2705310" cy="1195164"/>
          </a:xfrm>
        </p:spPr>
        <p:txBody>
          <a:bodyPr/>
          <a:lstStyle>
            <a:lvl1pPr marL="0" indent="0">
              <a:buNone/>
              <a:defRPr sz="1200">
                <a:latin typeface="+mn-lt"/>
              </a:defRPr>
            </a:lvl1pPr>
            <a:lvl2pPr marL="0" indent="0">
              <a:buNone/>
              <a:defRPr sz="1600">
                <a:latin typeface="+mn-lt"/>
              </a:defRPr>
            </a:lvl2pPr>
            <a:lvl3pPr marL="0" indent="0">
              <a:buNone/>
              <a:defRPr sz="1600">
                <a:latin typeface="+mn-lt"/>
              </a:defRPr>
            </a:lvl3pPr>
            <a:lvl4pPr marL="0" indent="0">
              <a:buNone/>
              <a:defRPr sz="1600">
                <a:latin typeface="+mn-lt"/>
              </a:defRPr>
            </a:lvl4pPr>
            <a:lvl5pPr marL="0" indent="0">
              <a:buNone/>
              <a:defRPr sz="1600">
                <a:latin typeface="+mn-lt"/>
              </a:defRPr>
            </a:lvl5pPr>
          </a:lstStyle>
          <a:p>
            <a:pPr lvl="0"/>
            <a:r>
              <a:rPr lang="en-US"/>
              <a:t>Add biography</a:t>
            </a:r>
          </a:p>
        </p:txBody>
      </p:sp>
      <p:cxnSp>
        <p:nvCxnSpPr>
          <p:cNvPr id="46" name="Straight Connector 8">
            <a:extLst>
              <a:ext uri="{FF2B5EF4-FFF2-40B4-BE49-F238E27FC236}">
                <a16:creationId xmlns:a16="http://schemas.microsoft.com/office/drawing/2014/main" id="{F9F8E370-4DEB-4E82-8B09-75A08C2C01A2}"/>
              </a:ext>
            </a:extLst>
          </p:cNvPr>
          <p:cNvCxnSpPr>
            <a:cxnSpLocks/>
          </p:cNvCxnSpPr>
          <p:nvPr userDrawn="1"/>
        </p:nvCxnSpPr>
        <p:spPr>
          <a:xfrm>
            <a:off x="9124950" y="4621500"/>
            <a:ext cx="27066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7">
            <a:extLst>
              <a:ext uri="{FF2B5EF4-FFF2-40B4-BE49-F238E27FC236}">
                <a16:creationId xmlns:a16="http://schemas.microsoft.com/office/drawing/2014/main" id="{720BE58D-ED5F-4824-88AB-64D4A5D7FDE4}"/>
              </a:ext>
            </a:extLst>
          </p:cNvPr>
          <p:cNvCxnSpPr>
            <a:cxnSpLocks/>
          </p:cNvCxnSpPr>
          <p:nvPr userDrawn="1"/>
        </p:nvCxnSpPr>
        <p:spPr>
          <a:xfrm>
            <a:off x="6202362" y="4621500"/>
            <a:ext cx="27066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6">
            <a:extLst>
              <a:ext uri="{FF2B5EF4-FFF2-40B4-BE49-F238E27FC236}">
                <a16:creationId xmlns:a16="http://schemas.microsoft.com/office/drawing/2014/main" id="{C26FA096-86F2-4CD8-8F8E-40898485B0ED}"/>
              </a:ext>
            </a:extLst>
          </p:cNvPr>
          <p:cNvCxnSpPr>
            <a:cxnSpLocks/>
          </p:cNvCxnSpPr>
          <p:nvPr userDrawn="1"/>
        </p:nvCxnSpPr>
        <p:spPr>
          <a:xfrm>
            <a:off x="3281363" y="4621500"/>
            <a:ext cx="27066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5">
            <a:extLst>
              <a:ext uri="{FF2B5EF4-FFF2-40B4-BE49-F238E27FC236}">
                <a16:creationId xmlns:a16="http://schemas.microsoft.com/office/drawing/2014/main" id="{DC6CB9A9-E63F-44D3-83DE-6C5CA4610EDB}"/>
              </a:ext>
            </a:extLst>
          </p:cNvPr>
          <p:cNvCxnSpPr>
            <a:cxnSpLocks/>
          </p:cNvCxnSpPr>
          <p:nvPr userDrawn="1"/>
        </p:nvCxnSpPr>
        <p:spPr>
          <a:xfrm>
            <a:off x="358775" y="4621500"/>
            <a:ext cx="27066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Job 4">
            <a:extLst>
              <a:ext uri="{FF2B5EF4-FFF2-40B4-BE49-F238E27FC236}">
                <a16:creationId xmlns:a16="http://schemas.microsoft.com/office/drawing/2014/main" id="{D6C0EC03-56B7-49CF-8D18-ABCE69A2EA8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23037" y="4315437"/>
            <a:ext cx="2705311" cy="180000"/>
          </a:xfrm>
        </p:spPr>
        <p:txBody>
          <a:bodyPr/>
          <a:lstStyle>
            <a:lvl1pPr marL="0" indent="0">
              <a:buNone/>
              <a:defRPr sz="1200" baseline="0">
                <a:latin typeface="+mn-lt"/>
              </a:defRPr>
            </a:lvl1pPr>
            <a:lvl2pPr marL="0" indent="0">
              <a:spcBef>
                <a:spcPts val="300"/>
              </a:spcBef>
              <a:buNone/>
              <a:defRPr sz="1100"/>
            </a:lvl2pPr>
            <a:lvl3pPr marL="0" indent="0">
              <a:buNone/>
              <a:defRPr sz="3200">
                <a:latin typeface="+mn-lt"/>
              </a:defRPr>
            </a:lvl3pPr>
            <a:lvl4pPr marL="0" indent="0">
              <a:buNone/>
              <a:defRPr sz="3200">
                <a:latin typeface="+mn-lt"/>
              </a:defRPr>
            </a:lvl4pPr>
            <a:lvl5pPr marL="177800" indent="0">
              <a:buNone/>
              <a:defRPr sz="3200">
                <a:latin typeface="+mn-lt"/>
              </a:defRPr>
            </a:lvl5pPr>
          </a:lstStyle>
          <a:p>
            <a:pPr lvl="0"/>
            <a:r>
              <a:rPr lang="en-US"/>
              <a:t>Title, Company</a:t>
            </a:r>
          </a:p>
        </p:txBody>
      </p:sp>
      <p:sp>
        <p:nvSpPr>
          <p:cNvPr id="33" name="Job 3">
            <a:extLst>
              <a:ext uri="{FF2B5EF4-FFF2-40B4-BE49-F238E27FC236}">
                <a16:creationId xmlns:a16="http://schemas.microsoft.com/office/drawing/2014/main" id="{CE6FCABE-4211-42FB-A6B4-AC8F654572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03262" y="4315437"/>
            <a:ext cx="2705311" cy="180000"/>
          </a:xfrm>
        </p:spPr>
        <p:txBody>
          <a:bodyPr/>
          <a:lstStyle>
            <a:lvl1pPr marL="0" indent="0">
              <a:buNone/>
              <a:defRPr sz="1200" baseline="0">
                <a:latin typeface="+mn-lt"/>
              </a:defRPr>
            </a:lvl1pPr>
            <a:lvl2pPr marL="0" indent="0">
              <a:spcBef>
                <a:spcPts val="300"/>
              </a:spcBef>
              <a:buNone/>
              <a:defRPr sz="1100"/>
            </a:lvl2pPr>
            <a:lvl3pPr marL="0" indent="0">
              <a:buNone/>
              <a:defRPr sz="3200">
                <a:latin typeface="+mn-lt"/>
              </a:defRPr>
            </a:lvl3pPr>
            <a:lvl4pPr marL="0" indent="0">
              <a:buNone/>
              <a:defRPr sz="3200">
                <a:latin typeface="+mn-lt"/>
              </a:defRPr>
            </a:lvl4pPr>
            <a:lvl5pPr marL="177800" indent="0">
              <a:buNone/>
              <a:defRPr sz="3200">
                <a:latin typeface="+mn-lt"/>
              </a:defRPr>
            </a:lvl5pPr>
          </a:lstStyle>
          <a:p>
            <a:pPr lvl="0"/>
            <a:r>
              <a:rPr lang="en-US"/>
              <a:t>Title, Company</a:t>
            </a:r>
          </a:p>
        </p:txBody>
      </p:sp>
      <p:sp>
        <p:nvSpPr>
          <p:cNvPr id="31" name="Job 2">
            <a:extLst>
              <a:ext uri="{FF2B5EF4-FFF2-40B4-BE49-F238E27FC236}">
                <a16:creationId xmlns:a16="http://schemas.microsoft.com/office/drawing/2014/main" id="{D8A8956B-591F-4412-A18F-677993039BD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9985" y="4315437"/>
            <a:ext cx="2705311" cy="180000"/>
          </a:xfrm>
        </p:spPr>
        <p:txBody>
          <a:bodyPr/>
          <a:lstStyle>
            <a:lvl1pPr marL="0" indent="0">
              <a:buNone/>
              <a:defRPr sz="1200" baseline="0">
                <a:latin typeface="+mn-lt"/>
              </a:defRPr>
            </a:lvl1pPr>
            <a:lvl2pPr marL="0" indent="0">
              <a:spcBef>
                <a:spcPts val="300"/>
              </a:spcBef>
              <a:buNone/>
              <a:defRPr sz="1100"/>
            </a:lvl2pPr>
            <a:lvl3pPr marL="0" indent="0">
              <a:buNone/>
              <a:defRPr sz="3200">
                <a:latin typeface="+mn-lt"/>
              </a:defRPr>
            </a:lvl3pPr>
            <a:lvl4pPr marL="0" indent="0">
              <a:buNone/>
              <a:defRPr sz="3200">
                <a:latin typeface="+mn-lt"/>
              </a:defRPr>
            </a:lvl4pPr>
            <a:lvl5pPr marL="177800" indent="0">
              <a:buNone/>
              <a:defRPr sz="3200">
                <a:latin typeface="+mn-lt"/>
              </a:defRPr>
            </a:lvl5pPr>
          </a:lstStyle>
          <a:p>
            <a:pPr lvl="0"/>
            <a:r>
              <a:rPr lang="en-US"/>
              <a:t>Title, Company</a:t>
            </a:r>
          </a:p>
        </p:txBody>
      </p:sp>
      <p:sp>
        <p:nvSpPr>
          <p:cNvPr id="13" name="Job 1">
            <a:extLst>
              <a:ext uri="{FF2B5EF4-FFF2-40B4-BE49-F238E27FC236}">
                <a16:creationId xmlns:a16="http://schemas.microsoft.com/office/drawing/2014/main" id="{9B284DEE-FBF9-4B12-8CAC-08EA5237D5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086" y="4315437"/>
            <a:ext cx="2705311" cy="180000"/>
          </a:xfrm>
        </p:spPr>
        <p:txBody>
          <a:bodyPr/>
          <a:lstStyle>
            <a:lvl1pPr marL="0" indent="0">
              <a:buNone/>
              <a:defRPr sz="1200" baseline="0">
                <a:latin typeface="+mn-lt"/>
              </a:defRPr>
            </a:lvl1pPr>
            <a:lvl2pPr marL="0" indent="0">
              <a:spcBef>
                <a:spcPts val="300"/>
              </a:spcBef>
              <a:buNone/>
              <a:defRPr sz="1100"/>
            </a:lvl2pPr>
            <a:lvl3pPr marL="0" indent="0">
              <a:buNone/>
              <a:defRPr sz="3200">
                <a:latin typeface="+mn-lt"/>
              </a:defRPr>
            </a:lvl3pPr>
            <a:lvl4pPr marL="0" indent="0">
              <a:buNone/>
              <a:defRPr sz="3200">
                <a:latin typeface="+mn-lt"/>
              </a:defRPr>
            </a:lvl4pPr>
            <a:lvl5pPr marL="177800" indent="0">
              <a:buNone/>
              <a:defRPr sz="3200">
                <a:latin typeface="+mn-lt"/>
              </a:defRPr>
            </a:lvl5pPr>
          </a:lstStyle>
          <a:p>
            <a:pPr lvl="0"/>
            <a:r>
              <a:rPr lang="en-US"/>
              <a:t>Title, Company</a:t>
            </a:r>
          </a:p>
        </p:txBody>
      </p:sp>
      <p:sp>
        <p:nvSpPr>
          <p:cNvPr id="34" name="Name 4">
            <a:extLst>
              <a:ext uri="{FF2B5EF4-FFF2-40B4-BE49-F238E27FC236}">
                <a16:creationId xmlns:a16="http://schemas.microsoft.com/office/drawing/2014/main" id="{688685DE-A8C4-4EA1-AC89-C40A5D9BB78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23726" y="4046537"/>
            <a:ext cx="2705311" cy="180000"/>
          </a:xfrm>
        </p:spPr>
        <p:txBody>
          <a:bodyPr/>
          <a:lstStyle>
            <a:lvl1pPr marL="0" indent="0">
              <a:buNone/>
              <a:defRPr sz="1250"/>
            </a:lvl1pPr>
            <a:lvl2pPr marL="0" indent="0">
              <a:spcBef>
                <a:spcPts val="300"/>
              </a:spcBef>
              <a:buNone/>
              <a:defRPr sz="1100"/>
            </a:lvl2pPr>
            <a:lvl3pPr marL="0" indent="0">
              <a:buNone/>
              <a:defRPr sz="3200">
                <a:latin typeface="+mn-lt"/>
              </a:defRPr>
            </a:lvl3pPr>
            <a:lvl4pPr marL="0" indent="0">
              <a:buNone/>
              <a:defRPr sz="3200">
                <a:latin typeface="+mn-lt"/>
              </a:defRPr>
            </a:lvl4pPr>
            <a:lvl5pPr marL="177800" indent="0">
              <a:buNone/>
              <a:defRPr sz="3200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2" name="Name 3">
            <a:extLst>
              <a:ext uri="{FF2B5EF4-FFF2-40B4-BE49-F238E27FC236}">
                <a16:creationId xmlns:a16="http://schemas.microsoft.com/office/drawing/2014/main" id="{E0003D8B-21E2-43CC-B944-A41DF737B75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03951" y="4046537"/>
            <a:ext cx="2705311" cy="180000"/>
          </a:xfrm>
        </p:spPr>
        <p:txBody>
          <a:bodyPr/>
          <a:lstStyle>
            <a:lvl1pPr marL="0" indent="0">
              <a:buNone/>
              <a:defRPr sz="1250" b="1"/>
            </a:lvl1pPr>
            <a:lvl2pPr marL="0" indent="0">
              <a:spcBef>
                <a:spcPts val="300"/>
              </a:spcBef>
              <a:buNone/>
              <a:defRPr sz="1100"/>
            </a:lvl2pPr>
            <a:lvl3pPr marL="0" indent="0">
              <a:buNone/>
              <a:defRPr sz="3200">
                <a:latin typeface="+mn-lt"/>
              </a:defRPr>
            </a:lvl3pPr>
            <a:lvl4pPr marL="0" indent="0">
              <a:buNone/>
              <a:defRPr sz="3200">
                <a:latin typeface="+mn-lt"/>
              </a:defRPr>
            </a:lvl4pPr>
            <a:lvl5pPr marL="177800" indent="0">
              <a:buNone/>
              <a:defRPr sz="3200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0" name="Name 2">
            <a:extLst>
              <a:ext uri="{FF2B5EF4-FFF2-40B4-BE49-F238E27FC236}">
                <a16:creationId xmlns:a16="http://schemas.microsoft.com/office/drawing/2014/main" id="{7200D26E-A515-49EB-BE84-EF1A30D3E1F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80674" y="4046537"/>
            <a:ext cx="2705311" cy="180000"/>
          </a:xfrm>
        </p:spPr>
        <p:txBody>
          <a:bodyPr/>
          <a:lstStyle>
            <a:lvl1pPr marL="0" indent="0">
              <a:buNone/>
              <a:defRPr sz="1250"/>
            </a:lvl1pPr>
            <a:lvl2pPr marL="0" indent="0">
              <a:spcBef>
                <a:spcPts val="300"/>
              </a:spcBef>
              <a:buNone/>
              <a:defRPr sz="1100"/>
            </a:lvl2pPr>
            <a:lvl3pPr marL="0" indent="0">
              <a:buNone/>
              <a:defRPr sz="3200">
                <a:latin typeface="+mn-lt"/>
              </a:defRPr>
            </a:lvl3pPr>
            <a:lvl4pPr marL="0" indent="0">
              <a:buNone/>
              <a:defRPr sz="3200">
                <a:latin typeface="+mn-lt"/>
              </a:defRPr>
            </a:lvl4pPr>
            <a:lvl5pPr marL="177800" indent="0">
              <a:buNone/>
              <a:defRPr sz="3200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Name 1">
            <a:extLst>
              <a:ext uri="{FF2B5EF4-FFF2-40B4-BE49-F238E27FC236}">
                <a16:creationId xmlns:a16="http://schemas.microsoft.com/office/drawing/2014/main" id="{0CB3A235-36BA-4A89-8632-E343C5C863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75" y="4046537"/>
            <a:ext cx="2705311" cy="180000"/>
          </a:xfrm>
        </p:spPr>
        <p:txBody>
          <a:bodyPr/>
          <a:lstStyle>
            <a:lvl1pPr marL="0" indent="0">
              <a:buNone/>
              <a:defRPr sz="1250"/>
            </a:lvl1pPr>
            <a:lvl2pPr marL="0" indent="0">
              <a:spcBef>
                <a:spcPts val="300"/>
              </a:spcBef>
              <a:buNone/>
              <a:defRPr sz="1100"/>
            </a:lvl2pPr>
            <a:lvl3pPr marL="0" indent="0">
              <a:buNone/>
              <a:defRPr sz="3200">
                <a:latin typeface="+mn-lt"/>
              </a:defRPr>
            </a:lvl3pPr>
            <a:lvl4pPr marL="0" indent="0">
              <a:buNone/>
              <a:defRPr sz="3200">
                <a:latin typeface="+mn-lt"/>
              </a:defRPr>
            </a:lvl4pPr>
            <a:lvl5pPr marL="177800" indent="0">
              <a:buNone/>
              <a:defRPr sz="3200">
                <a:latin typeface="+mn-lt"/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cxnSp>
        <p:nvCxnSpPr>
          <p:cNvPr id="42" name="Straight Connector 4">
            <a:extLst>
              <a:ext uri="{FF2B5EF4-FFF2-40B4-BE49-F238E27FC236}">
                <a16:creationId xmlns:a16="http://schemas.microsoft.com/office/drawing/2014/main" id="{99BF1F72-4BBD-46EF-AD1F-AB34CB1AEBE0}"/>
              </a:ext>
            </a:extLst>
          </p:cNvPr>
          <p:cNvCxnSpPr>
            <a:cxnSpLocks/>
          </p:cNvCxnSpPr>
          <p:nvPr userDrawn="1"/>
        </p:nvCxnSpPr>
        <p:spPr>
          <a:xfrm>
            <a:off x="9124950" y="3916650"/>
            <a:ext cx="27066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3">
            <a:extLst>
              <a:ext uri="{FF2B5EF4-FFF2-40B4-BE49-F238E27FC236}">
                <a16:creationId xmlns:a16="http://schemas.microsoft.com/office/drawing/2014/main" id="{FDBDF40C-650F-4898-9269-00A4419543B7}"/>
              </a:ext>
            </a:extLst>
          </p:cNvPr>
          <p:cNvCxnSpPr>
            <a:cxnSpLocks/>
          </p:cNvCxnSpPr>
          <p:nvPr userDrawn="1"/>
        </p:nvCxnSpPr>
        <p:spPr>
          <a:xfrm>
            <a:off x="6202362" y="3916650"/>
            <a:ext cx="27066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2">
            <a:extLst>
              <a:ext uri="{FF2B5EF4-FFF2-40B4-BE49-F238E27FC236}">
                <a16:creationId xmlns:a16="http://schemas.microsoft.com/office/drawing/2014/main" id="{BCF00363-8198-4B06-9AF1-262D568EA998}"/>
              </a:ext>
            </a:extLst>
          </p:cNvPr>
          <p:cNvCxnSpPr>
            <a:cxnSpLocks/>
          </p:cNvCxnSpPr>
          <p:nvPr userDrawn="1"/>
        </p:nvCxnSpPr>
        <p:spPr>
          <a:xfrm>
            <a:off x="3281363" y="3916650"/>
            <a:ext cx="27066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1">
            <a:extLst>
              <a:ext uri="{FF2B5EF4-FFF2-40B4-BE49-F238E27FC236}">
                <a16:creationId xmlns:a16="http://schemas.microsoft.com/office/drawing/2014/main" id="{D31B07D2-7539-421E-8DFA-87C982A9F9A6}"/>
              </a:ext>
            </a:extLst>
          </p:cNvPr>
          <p:cNvCxnSpPr>
            <a:cxnSpLocks/>
          </p:cNvCxnSpPr>
          <p:nvPr userDrawn="1"/>
        </p:nvCxnSpPr>
        <p:spPr>
          <a:xfrm>
            <a:off x="358775" y="3916650"/>
            <a:ext cx="27066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C6AE4C92-FE95-4268-8D5A-398BDF4B9FA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123726" y="1798638"/>
            <a:ext cx="1630364" cy="1630364"/>
          </a:xfrm>
          <a:custGeom>
            <a:avLst/>
            <a:gdLst>
              <a:gd name="connsiteX0" fmla="*/ 815182 w 1630364"/>
              <a:gd name="connsiteY0" fmla="*/ 0 h 1630364"/>
              <a:gd name="connsiteX1" fmla="*/ 1630364 w 1630364"/>
              <a:gd name="connsiteY1" fmla="*/ 815182 h 1630364"/>
              <a:gd name="connsiteX2" fmla="*/ 815182 w 1630364"/>
              <a:gd name="connsiteY2" fmla="*/ 1630364 h 1630364"/>
              <a:gd name="connsiteX3" fmla="*/ 0 w 1630364"/>
              <a:gd name="connsiteY3" fmla="*/ 815182 h 1630364"/>
              <a:gd name="connsiteX4" fmla="*/ 815182 w 1630364"/>
              <a:gd name="connsiteY4" fmla="*/ 0 h 163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0364" h="1630364">
                <a:moveTo>
                  <a:pt x="815182" y="0"/>
                </a:moveTo>
                <a:cubicBezTo>
                  <a:pt x="1265395" y="0"/>
                  <a:pt x="1630364" y="364969"/>
                  <a:pt x="1630364" y="815182"/>
                </a:cubicBezTo>
                <a:cubicBezTo>
                  <a:pt x="1630364" y="1265395"/>
                  <a:pt x="1265395" y="1630364"/>
                  <a:pt x="815182" y="1630364"/>
                </a:cubicBezTo>
                <a:cubicBezTo>
                  <a:pt x="364969" y="1630364"/>
                  <a:pt x="0" y="1265395"/>
                  <a:pt x="0" y="815182"/>
                </a:cubicBezTo>
                <a:cubicBezTo>
                  <a:pt x="0" y="364969"/>
                  <a:pt x="364969" y="0"/>
                  <a:pt x="815182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r>
              <a:rPr lang="en-US"/>
              <a:t>Add </a:t>
            </a:r>
          </a:p>
          <a:p>
            <a:r>
              <a:rPr lang="en-US"/>
              <a:t>image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922F2B85-8898-4229-AFDB-5B818CE0DAB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203951" y="1798638"/>
            <a:ext cx="1630364" cy="1630364"/>
          </a:xfrm>
          <a:custGeom>
            <a:avLst/>
            <a:gdLst>
              <a:gd name="connsiteX0" fmla="*/ 815182 w 1630364"/>
              <a:gd name="connsiteY0" fmla="*/ 0 h 1630364"/>
              <a:gd name="connsiteX1" fmla="*/ 1630364 w 1630364"/>
              <a:gd name="connsiteY1" fmla="*/ 815182 h 1630364"/>
              <a:gd name="connsiteX2" fmla="*/ 815182 w 1630364"/>
              <a:gd name="connsiteY2" fmla="*/ 1630364 h 1630364"/>
              <a:gd name="connsiteX3" fmla="*/ 0 w 1630364"/>
              <a:gd name="connsiteY3" fmla="*/ 815182 h 1630364"/>
              <a:gd name="connsiteX4" fmla="*/ 815182 w 1630364"/>
              <a:gd name="connsiteY4" fmla="*/ 0 h 163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0364" h="1630364">
                <a:moveTo>
                  <a:pt x="815182" y="0"/>
                </a:moveTo>
                <a:cubicBezTo>
                  <a:pt x="1265395" y="0"/>
                  <a:pt x="1630364" y="364969"/>
                  <a:pt x="1630364" y="815182"/>
                </a:cubicBezTo>
                <a:cubicBezTo>
                  <a:pt x="1630364" y="1265395"/>
                  <a:pt x="1265395" y="1630364"/>
                  <a:pt x="815182" y="1630364"/>
                </a:cubicBezTo>
                <a:cubicBezTo>
                  <a:pt x="364969" y="1630364"/>
                  <a:pt x="0" y="1265395"/>
                  <a:pt x="0" y="815182"/>
                </a:cubicBezTo>
                <a:cubicBezTo>
                  <a:pt x="0" y="364969"/>
                  <a:pt x="364969" y="0"/>
                  <a:pt x="815182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r>
              <a:rPr lang="en-US"/>
              <a:t>Add </a:t>
            </a:r>
          </a:p>
          <a:p>
            <a:r>
              <a:rPr lang="en-US"/>
              <a:t>image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87D64EBA-46E7-416E-858E-9E600D31BD6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81363" y="1798638"/>
            <a:ext cx="1630364" cy="1630364"/>
          </a:xfrm>
          <a:custGeom>
            <a:avLst/>
            <a:gdLst>
              <a:gd name="connsiteX0" fmla="*/ 815182 w 1630364"/>
              <a:gd name="connsiteY0" fmla="*/ 0 h 1630364"/>
              <a:gd name="connsiteX1" fmla="*/ 1630364 w 1630364"/>
              <a:gd name="connsiteY1" fmla="*/ 815182 h 1630364"/>
              <a:gd name="connsiteX2" fmla="*/ 815182 w 1630364"/>
              <a:gd name="connsiteY2" fmla="*/ 1630364 h 1630364"/>
              <a:gd name="connsiteX3" fmla="*/ 0 w 1630364"/>
              <a:gd name="connsiteY3" fmla="*/ 815182 h 1630364"/>
              <a:gd name="connsiteX4" fmla="*/ 815182 w 1630364"/>
              <a:gd name="connsiteY4" fmla="*/ 0 h 163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0364" h="1630364">
                <a:moveTo>
                  <a:pt x="815182" y="0"/>
                </a:moveTo>
                <a:cubicBezTo>
                  <a:pt x="1265395" y="0"/>
                  <a:pt x="1630364" y="364969"/>
                  <a:pt x="1630364" y="815182"/>
                </a:cubicBezTo>
                <a:cubicBezTo>
                  <a:pt x="1630364" y="1265395"/>
                  <a:pt x="1265395" y="1630364"/>
                  <a:pt x="815182" y="1630364"/>
                </a:cubicBezTo>
                <a:cubicBezTo>
                  <a:pt x="364969" y="1630364"/>
                  <a:pt x="0" y="1265395"/>
                  <a:pt x="0" y="815182"/>
                </a:cubicBezTo>
                <a:cubicBezTo>
                  <a:pt x="0" y="364969"/>
                  <a:pt x="364969" y="0"/>
                  <a:pt x="815182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r>
              <a:rPr lang="en-US"/>
              <a:t>Add </a:t>
            </a:r>
          </a:p>
          <a:p>
            <a:r>
              <a:rPr lang="en-US"/>
              <a:t>image</a:t>
            </a:r>
          </a:p>
        </p:txBody>
      </p:sp>
      <p:sp>
        <p:nvSpPr>
          <p:cNvPr id="22" name="Picture Placeholder 1">
            <a:extLst>
              <a:ext uri="{FF2B5EF4-FFF2-40B4-BE49-F238E27FC236}">
                <a16:creationId xmlns:a16="http://schemas.microsoft.com/office/drawing/2014/main" id="{89DF3D7C-2012-4482-86D3-CFB853384A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8775" y="1798638"/>
            <a:ext cx="1630364" cy="1630364"/>
          </a:xfrm>
          <a:custGeom>
            <a:avLst/>
            <a:gdLst>
              <a:gd name="connsiteX0" fmla="*/ 815182 w 1630364"/>
              <a:gd name="connsiteY0" fmla="*/ 0 h 1630364"/>
              <a:gd name="connsiteX1" fmla="*/ 1630364 w 1630364"/>
              <a:gd name="connsiteY1" fmla="*/ 815182 h 1630364"/>
              <a:gd name="connsiteX2" fmla="*/ 815182 w 1630364"/>
              <a:gd name="connsiteY2" fmla="*/ 1630364 h 1630364"/>
              <a:gd name="connsiteX3" fmla="*/ 0 w 1630364"/>
              <a:gd name="connsiteY3" fmla="*/ 815182 h 1630364"/>
              <a:gd name="connsiteX4" fmla="*/ 815182 w 1630364"/>
              <a:gd name="connsiteY4" fmla="*/ 0 h 163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0364" h="1630364">
                <a:moveTo>
                  <a:pt x="815182" y="0"/>
                </a:moveTo>
                <a:cubicBezTo>
                  <a:pt x="1265395" y="0"/>
                  <a:pt x="1630364" y="364969"/>
                  <a:pt x="1630364" y="815182"/>
                </a:cubicBezTo>
                <a:cubicBezTo>
                  <a:pt x="1630364" y="1265395"/>
                  <a:pt x="1265395" y="1630364"/>
                  <a:pt x="815182" y="1630364"/>
                </a:cubicBezTo>
                <a:cubicBezTo>
                  <a:pt x="364969" y="1630364"/>
                  <a:pt x="0" y="1265395"/>
                  <a:pt x="0" y="815182"/>
                </a:cubicBezTo>
                <a:cubicBezTo>
                  <a:pt x="0" y="364969"/>
                  <a:pt x="364969" y="0"/>
                  <a:pt x="815182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r>
              <a:rPr lang="en-US"/>
              <a:t>Add </a:t>
            </a:r>
          </a:p>
          <a:p>
            <a:r>
              <a:rPr lang="en-US"/>
              <a:t>image</a:t>
            </a:r>
          </a:p>
        </p:txBody>
      </p:sp>
      <p:sp>
        <p:nvSpPr>
          <p:cNvPr id="37" name="Subtitle">
            <a:extLst>
              <a:ext uri="{FF2B5EF4-FFF2-40B4-BE49-F238E27FC236}">
                <a16:creationId xmlns:a16="http://schemas.microsoft.com/office/drawing/2014/main" id="{56EEF4CE-6E53-4B83-90D8-5B225E39A77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59639" y="742950"/>
            <a:ext cx="11471999" cy="468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2pPr>
            <a:lvl3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3pPr>
            <a:lvl4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5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36" name="Title">
            <a:extLst>
              <a:ext uri="{FF2B5EF4-FFF2-40B4-BE49-F238E27FC236}">
                <a16:creationId xmlns:a16="http://schemas.microsoft.com/office/drawing/2014/main" id="{C9D8454D-4B42-4517-9698-F08282F418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468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3049191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75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1931" userDrawn="1">
          <p15:clr>
            <a:srgbClr val="FF96FF"/>
          </p15:clr>
        </p15:guide>
        <p15:guide id="7" pos="2067" userDrawn="1">
          <p15:clr>
            <a:srgbClr val="FF96FF"/>
          </p15:clr>
        </p15:guide>
        <p15:guide id="8" pos="3771" userDrawn="1">
          <p15:clr>
            <a:srgbClr val="FF96FF"/>
          </p15:clr>
        </p15:guide>
        <p15:guide id="9" pos="3908" userDrawn="1">
          <p15:clr>
            <a:srgbClr val="FF96FF"/>
          </p15:clr>
        </p15:guide>
        <p15:guide id="10" pos="5612" userDrawn="1">
          <p15:clr>
            <a:srgbClr val="FF96FF"/>
          </p15:clr>
        </p15:guide>
        <p15:guide id="11" pos="5748" userDrawn="1">
          <p15:clr>
            <a:srgbClr val="FF96FF"/>
          </p15:clr>
        </p15:guide>
        <p15:guide id="12" pos="7453" userDrawn="1">
          <p15:clr>
            <a:srgbClr val="FF96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894318" name="Logo" descr="{&quot;templafy&quot;:{&quot;id&quot;:&quot;03c78d06-424b-409e-b3c1-0f189495a00d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5633832"/>
            <a:ext cx="2253600" cy="773055"/>
          </a:xfrm>
          <a:prstGeom prst="rect">
            <a:avLst/>
          </a:prstGeom>
        </p:spPr>
      </p:pic>
      <p:sp>
        <p:nvSpPr>
          <p:cNvPr id="12" name="Address">
            <a:extLst>
              <a:ext uri="{FF2B5EF4-FFF2-40B4-BE49-F238E27FC236}">
                <a16:creationId xmlns:a16="http://schemas.microsoft.com/office/drawing/2014/main" id="{5225C59A-8675-4B03-ACEC-03DF1D570DD4}"/>
              </a:ext>
            </a:extLst>
          </p:cNvPr>
          <p:cNvSpPr txBox="1"/>
          <p:nvPr userDrawn="1"/>
        </p:nvSpPr>
        <p:spPr>
          <a:xfrm>
            <a:off x="3795977" y="5633832"/>
            <a:ext cx="1741715" cy="759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en-US" sz="800"/>
              <a:t>The Global Fund to Fight</a:t>
            </a:r>
            <a:br>
              <a:rPr lang="en-GB" sz="800"/>
            </a:br>
            <a:r>
              <a:rPr lang="en-US" sz="800"/>
              <a:t>AIDS, Tuberculosis and Malaria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/>
              <a:t>+41 58 791 17 00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u="none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theglobalfund.org</a:t>
            </a:r>
            <a:endParaRPr lang="en-US" sz="800" u="none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/>
              <a:t> </a:t>
            </a:r>
            <a:endParaRPr lang="en-US"/>
          </a:p>
          <a:p>
            <a:endParaRPr lang="en-US" sz="80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C1FD63CC-A978-4C2B-99A8-7C2D950AF9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775" y="1557339"/>
            <a:ext cx="11474450" cy="1871662"/>
          </a:xfrm>
        </p:spPr>
        <p:txBody>
          <a:bodyPr/>
          <a:lstStyle>
            <a:lvl1pPr marL="0" indent="0">
              <a:buNone/>
              <a:defRPr sz="8800">
                <a:latin typeface="+mj-lt"/>
              </a:defRPr>
            </a:lvl1pPr>
            <a:lvl2pPr marL="0" indent="0">
              <a:buNone/>
              <a:defRPr sz="8800">
                <a:latin typeface="+mj-lt"/>
              </a:defRPr>
            </a:lvl2pPr>
            <a:lvl3pPr marL="0" indent="0">
              <a:buNone/>
              <a:defRPr sz="8800">
                <a:latin typeface="+mj-lt"/>
              </a:defRPr>
            </a:lvl3pPr>
            <a:lvl4pPr marL="0" indent="0">
              <a:buNone/>
              <a:defRPr sz="8800">
                <a:latin typeface="+mj-lt"/>
              </a:defRPr>
            </a:lvl4pPr>
            <a:lvl5pPr marL="0" indent="0">
              <a:buNone/>
              <a:defRPr sz="8800">
                <a:latin typeface="+mj-lt"/>
              </a:defRPr>
            </a:lvl5pPr>
            <a:lvl6pPr marL="0" indent="0">
              <a:buNone/>
              <a:defRPr sz="8800">
                <a:latin typeface="+mj-lt"/>
              </a:defRPr>
            </a:lvl6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856525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3" orient="horz" pos="981" userDrawn="1">
          <p15:clr>
            <a:srgbClr val="FF96FF"/>
          </p15:clr>
        </p15:guide>
        <p15:guide id="4" orient="horz" pos="354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7453" userDrawn="1">
          <p15:clr>
            <a:srgbClr val="FF96FF"/>
          </p15:clr>
        </p15:guide>
        <p15:guide id="7" orient="horz" pos="4020" userDrawn="1">
          <p15:clr>
            <a:srgbClr val="FF96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>
            <a:extLst>
              <a:ext uri="{FF2B5EF4-FFF2-40B4-BE49-F238E27FC236}">
                <a16:creationId xmlns:a16="http://schemas.microsoft.com/office/drawing/2014/main" id="{3B06538A-19B4-4BF2-025F-A0225C7279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41559633" name="Logo" descr="{&quot;templafy&quot;:{&quot;id&quot;:&quot;17c9c6f3-08ba-4144-ab9f-8bead2470fbf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5633832"/>
            <a:ext cx="2253600" cy="773055"/>
          </a:xfrm>
          <a:prstGeom prst="rect">
            <a:avLst/>
          </a:prstGeom>
        </p:spPr>
      </p:pic>
      <p:sp>
        <p:nvSpPr>
          <p:cNvPr id="14" name="Address">
            <a:extLst>
              <a:ext uri="{FF2B5EF4-FFF2-40B4-BE49-F238E27FC236}">
                <a16:creationId xmlns:a16="http://schemas.microsoft.com/office/drawing/2014/main" id="{E38C1E33-0E03-4092-A13C-B799FA398BC0}"/>
              </a:ext>
            </a:extLst>
          </p:cNvPr>
          <p:cNvSpPr txBox="1"/>
          <p:nvPr userDrawn="1"/>
        </p:nvSpPr>
        <p:spPr>
          <a:xfrm>
            <a:off x="3795977" y="5633832"/>
            <a:ext cx="1741715" cy="759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en-US" sz="800"/>
              <a:t>The Global Fund to Fight</a:t>
            </a:r>
            <a:br>
              <a:rPr lang="en-GB" sz="800"/>
            </a:br>
            <a:r>
              <a:rPr lang="en-US" sz="800"/>
              <a:t>AIDS, Tuberculosis and Malaria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/>
              <a:t>+41 58 791 17 00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u="none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theglobalfund.org</a:t>
            </a:r>
            <a:endParaRPr lang="en-US" sz="800" u="none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/>
              <a:t> </a:t>
            </a:r>
            <a:endParaRPr lang="en-US"/>
          </a:p>
          <a:p>
            <a:endParaRPr lang="en-US" sz="800"/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789ECC92-A128-4CDE-8B97-635C44BBBF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775" y="1557338"/>
            <a:ext cx="11474450" cy="1728787"/>
          </a:xfrm>
        </p:spPr>
        <p:txBody>
          <a:bodyPr/>
          <a:lstStyle>
            <a:lvl1pPr marL="0" indent="0">
              <a:buNone/>
              <a:defRPr sz="8800">
                <a:latin typeface="+mj-lt"/>
              </a:defRPr>
            </a:lvl1pPr>
            <a:lvl2pPr marL="0" indent="0">
              <a:buNone/>
              <a:defRPr sz="8800">
                <a:latin typeface="+mj-lt"/>
              </a:defRPr>
            </a:lvl2pPr>
            <a:lvl3pPr marL="0" indent="0">
              <a:buNone/>
              <a:defRPr sz="8800">
                <a:latin typeface="+mj-lt"/>
              </a:defRPr>
            </a:lvl3pPr>
            <a:lvl4pPr marL="0" indent="0">
              <a:buNone/>
              <a:defRPr sz="8800">
                <a:latin typeface="+mj-lt"/>
              </a:defRPr>
            </a:lvl4pPr>
            <a:lvl5pPr marL="0" indent="0">
              <a:buNone/>
              <a:defRPr sz="8800">
                <a:latin typeface="+mj-lt"/>
              </a:defRPr>
            </a:lvl5pPr>
            <a:lvl6pPr marL="0" indent="0">
              <a:buNone/>
              <a:defRPr sz="8800">
                <a:latin typeface="+mj-lt"/>
              </a:defRPr>
            </a:lvl6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488188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54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7453" userDrawn="1">
          <p15:clr>
            <a:srgbClr val="FF96FF"/>
          </p15:clr>
        </p15:guide>
        <p15:guide id="7" orient="horz" pos="4020" userDrawn="1">
          <p15:clr>
            <a:srgbClr val="FF96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2F8A631-6245-74E9-9DF8-51D20142C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21585501" name="Logo" descr="{&quot;templafy&quot;:{&quot;id&quot;:&quot;ec701f18-a766-4392-a79b-e97d5017bf19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5633832"/>
            <a:ext cx="2253600" cy="773055"/>
          </a:xfrm>
          <a:prstGeom prst="rect">
            <a:avLst/>
          </a:prstGeom>
        </p:spPr>
      </p:pic>
      <p:sp>
        <p:nvSpPr>
          <p:cNvPr id="13" name="Address">
            <a:extLst>
              <a:ext uri="{FF2B5EF4-FFF2-40B4-BE49-F238E27FC236}">
                <a16:creationId xmlns:a16="http://schemas.microsoft.com/office/drawing/2014/main" id="{CED6CFF4-D465-49C4-AA32-61E02E500E02}"/>
              </a:ext>
            </a:extLst>
          </p:cNvPr>
          <p:cNvSpPr txBox="1"/>
          <p:nvPr userDrawn="1"/>
        </p:nvSpPr>
        <p:spPr>
          <a:xfrm>
            <a:off x="3795977" y="5633832"/>
            <a:ext cx="1741715" cy="759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en-US" sz="800"/>
              <a:t>The Global Fund to Fight</a:t>
            </a:r>
            <a:br>
              <a:rPr lang="en-GB" sz="800"/>
            </a:br>
            <a:r>
              <a:rPr lang="en-US" sz="800"/>
              <a:t>AIDS, Tuberculosis and Malaria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/>
              <a:t>+41 58 791 17 00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u="none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theglobalfund.org</a:t>
            </a:r>
            <a:endParaRPr lang="en-US" sz="800" u="none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/>
              <a:t> </a:t>
            </a:r>
            <a:endParaRPr lang="en-US"/>
          </a:p>
          <a:p>
            <a:endParaRPr lang="en-US" sz="80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4A80D473-87BE-4921-9A12-5CE6120586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775" y="269876"/>
            <a:ext cx="11474450" cy="1528762"/>
          </a:xfrm>
        </p:spPr>
        <p:txBody>
          <a:bodyPr/>
          <a:lstStyle>
            <a:lvl1pPr marL="0" indent="0">
              <a:buNone/>
              <a:defRPr sz="880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800">
                <a:latin typeface="+mj-lt"/>
              </a:defRPr>
            </a:lvl2pPr>
            <a:lvl3pPr marL="0" indent="0">
              <a:buNone/>
              <a:defRPr sz="8800">
                <a:latin typeface="+mj-lt"/>
              </a:defRPr>
            </a:lvl3pPr>
            <a:lvl4pPr marL="0" indent="0">
              <a:buNone/>
              <a:defRPr sz="8800">
                <a:latin typeface="+mj-lt"/>
              </a:defRPr>
            </a:lvl4pPr>
            <a:lvl5pPr marL="0" indent="0">
              <a:buNone/>
              <a:defRPr sz="8800">
                <a:latin typeface="+mj-lt"/>
              </a:defRPr>
            </a:lvl5pPr>
            <a:lvl6pPr marL="0" indent="0">
              <a:buNone/>
              <a:defRPr sz="8800">
                <a:latin typeface="+mj-lt"/>
              </a:defRPr>
            </a:lvl6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3385619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543">
          <p15:clr>
            <a:srgbClr val="FF96FF"/>
          </p15:clr>
        </p15:guide>
        <p15:guide id="5" pos="226">
          <p15:clr>
            <a:srgbClr val="FF96FF"/>
          </p15:clr>
        </p15:guide>
        <p15:guide id="6" pos="7453">
          <p15:clr>
            <a:srgbClr val="FF96FF"/>
          </p15:clr>
        </p15:guide>
        <p15:guide id="7" orient="horz" pos="4020">
          <p15:clr>
            <a:srgbClr val="FF96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">
            <a:extLst>
              <a:ext uri="{FF2B5EF4-FFF2-40B4-BE49-F238E27FC236}">
                <a16:creationId xmlns:a16="http://schemas.microsoft.com/office/drawing/2014/main" id="{1235D266-659B-40C3-8BD8-8A7B77EFFE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651338" name="Logo" descr="{&quot;templafy&quot;:{&quot;id&quot;:&quot;0459a4d7-aeb9-4762-877c-da610e242a38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5633832"/>
            <a:ext cx="2253600" cy="773055"/>
          </a:xfrm>
          <a:prstGeom prst="rect">
            <a:avLst/>
          </a:prstGeom>
        </p:spPr>
      </p:pic>
      <p:sp>
        <p:nvSpPr>
          <p:cNvPr id="17" name="Address">
            <a:extLst>
              <a:ext uri="{FF2B5EF4-FFF2-40B4-BE49-F238E27FC236}">
                <a16:creationId xmlns:a16="http://schemas.microsoft.com/office/drawing/2014/main" id="{ACA73310-EDD7-4370-88AD-A94D36BEC3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775" y="269877"/>
            <a:ext cx="11474450" cy="1528762"/>
          </a:xfrm>
        </p:spPr>
        <p:txBody>
          <a:bodyPr/>
          <a:lstStyle>
            <a:lvl1pPr marL="0" indent="0">
              <a:buNone/>
              <a:defRPr sz="880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8800">
                <a:latin typeface="+mj-lt"/>
              </a:defRPr>
            </a:lvl2pPr>
            <a:lvl3pPr marL="0" indent="0">
              <a:buNone/>
              <a:defRPr sz="8800">
                <a:latin typeface="+mj-lt"/>
              </a:defRPr>
            </a:lvl3pPr>
            <a:lvl4pPr marL="0" indent="0">
              <a:buNone/>
              <a:defRPr sz="8800">
                <a:latin typeface="+mj-lt"/>
              </a:defRPr>
            </a:lvl4pPr>
            <a:lvl5pPr marL="0" indent="0">
              <a:buNone/>
              <a:defRPr sz="8800">
                <a:latin typeface="+mj-lt"/>
              </a:defRPr>
            </a:lvl5pPr>
            <a:lvl6pPr marL="0" indent="0">
              <a:buNone/>
              <a:defRPr sz="8800">
                <a:latin typeface="+mj-lt"/>
              </a:defRPr>
            </a:lvl6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BDD4E985-E71F-463E-A5D2-7805115D9398}"/>
              </a:ext>
            </a:extLst>
          </p:cNvPr>
          <p:cNvSpPr txBox="1"/>
          <p:nvPr userDrawn="1"/>
        </p:nvSpPr>
        <p:spPr>
          <a:xfrm>
            <a:off x="3795977" y="5633832"/>
            <a:ext cx="1741715" cy="759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en-US" sz="800"/>
              <a:t>The Global Fund to Fight</a:t>
            </a:r>
            <a:br>
              <a:rPr lang="en-GB" sz="800"/>
            </a:br>
            <a:r>
              <a:rPr lang="en-US" sz="800"/>
              <a:t>AIDS, Tuberculosis and Malaria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/>
              <a:t>+41 58 791 17 00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u="none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theglobalfund.org</a:t>
            </a:r>
            <a:endParaRPr lang="en-US" sz="800" u="none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/>
              <a:t> </a:t>
            </a:r>
            <a:endParaRPr lang="en-US"/>
          </a:p>
          <a:p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41562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54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7453" userDrawn="1">
          <p15:clr>
            <a:srgbClr val="FF96FF"/>
          </p15:clr>
        </p15:guide>
        <p15:guide id="7" orient="horz" pos="4020" userDrawn="1">
          <p15:clr>
            <a:srgbClr val="FF96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Yell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">
            <a:extLst>
              <a:ext uri="{FF2B5EF4-FFF2-40B4-BE49-F238E27FC236}">
                <a16:creationId xmlns:a16="http://schemas.microsoft.com/office/drawing/2014/main" id="{AEC42528-88D8-420D-AABE-2B141DA6D0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55500728" name="Logo" descr="{&quot;templafy&quot;:{&quot;id&quot;:&quot;c8a1c32b-043b-4145-899a-75a2afba2ffc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5633832"/>
            <a:ext cx="2253600" cy="773055"/>
          </a:xfrm>
          <a:prstGeom prst="rect">
            <a:avLst/>
          </a:prstGeom>
        </p:spPr>
      </p:pic>
      <p:sp>
        <p:nvSpPr>
          <p:cNvPr id="13" name="Address">
            <a:extLst>
              <a:ext uri="{FF2B5EF4-FFF2-40B4-BE49-F238E27FC236}">
                <a16:creationId xmlns:a16="http://schemas.microsoft.com/office/drawing/2014/main" id="{CED6CFF4-D465-49C4-AA32-61E02E500E02}"/>
              </a:ext>
            </a:extLst>
          </p:cNvPr>
          <p:cNvSpPr txBox="1"/>
          <p:nvPr userDrawn="1"/>
        </p:nvSpPr>
        <p:spPr>
          <a:xfrm>
            <a:off x="3795977" y="5633832"/>
            <a:ext cx="1741715" cy="759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en-US" sz="800"/>
              <a:t>The Global Fund to Fight</a:t>
            </a:r>
            <a:br>
              <a:rPr lang="en-GB" sz="800"/>
            </a:br>
            <a:r>
              <a:rPr lang="en-US" sz="800"/>
              <a:t>AIDS, Tuberculosis and Malaria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/>
              <a:t>+41 58 791 17 00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u="none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theglobalfund.org</a:t>
            </a:r>
            <a:endParaRPr lang="en-US" sz="800" u="none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/>
              <a:t> </a:t>
            </a:r>
            <a:endParaRPr lang="en-US"/>
          </a:p>
          <a:p>
            <a:endParaRPr lang="en-US" sz="80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4A80D473-87BE-4921-9A12-5CE6120586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775" y="269876"/>
            <a:ext cx="11474450" cy="1528762"/>
          </a:xfrm>
        </p:spPr>
        <p:txBody>
          <a:bodyPr/>
          <a:lstStyle>
            <a:lvl1pPr marL="0" indent="0">
              <a:buNone/>
              <a:defRPr sz="8800">
                <a:latin typeface="+mj-lt"/>
              </a:defRPr>
            </a:lvl1pPr>
            <a:lvl2pPr marL="0" indent="0">
              <a:buNone/>
              <a:defRPr sz="8800">
                <a:latin typeface="+mj-lt"/>
              </a:defRPr>
            </a:lvl2pPr>
            <a:lvl3pPr marL="0" indent="0">
              <a:buNone/>
              <a:defRPr sz="8800">
                <a:latin typeface="+mj-lt"/>
              </a:defRPr>
            </a:lvl3pPr>
            <a:lvl4pPr marL="0" indent="0">
              <a:buNone/>
              <a:defRPr sz="8800">
                <a:latin typeface="+mj-lt"/>
              </a:defRPr>
            </a:lvl4pPr>
            <a:lvl5pPr marL="0" indent="0">
              <a:buNone/>
              <a:defRPr sz="8800">
                <a:latin typeface="+mj-lt"/>
              </a:defRPr>
            </a:lvl5pPr>
            <a:lvl6pPr marL="0" indent="0">
              <a:buNone/>
              <a:defRPr sz="8800">
                <a:latin typeface="+mj-lt"/>
              </a:defRPr>
            </a:lvl6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54381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 userDrawn="1">
          <p15:clr>
            <a:srgbClr val="717275"/>
          </p15:clr>
        </p15:guide>
        <p15:guide id="2" orient="horz" pos="762" userDrawn="1">
          <p15:clr>
            <a:srgbClr val="717275"/>
          </p15:clr>
        </p15:guide>
        <p15:guide id="3" orient="horz" pos="1133" userDrawn="1">
          <p15:clr>
            <a:srgbClr val="FF96FF"/>
          </p15:clr>
        </p15:guide>
        <p15:guide id="4" orient="horz" pos="3543" userDrawn="1">
          <p15:clr>
            <a:srgbClr val="FF96FF"/>
          </p15:clr>
        </p15:guide>
        <p15:guide id="5" pos="226" userDrawn="1">
          <p15:clr>
            <a:srgbClr val="FF96FF"/>
          </p15:clr>
        </p15:guide>
        <p15:guide id="6" pos="7453" userDrawn="1">
          <p15:clr>
            <a:srgbClr val="FF96FF"/>
          </p15:clr>
        </p15:guide>
        <p15:guide id="7" orient="horz" pos="4020" userDrawn="1">
          <p15:clr>
            <a:srgbClr val="FF96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9C8B6-8205-4C76-A8B3-6A0AD901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182E6-4E4D-4619-8935-1EE0C5AA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uides" hidden="1">
            <a:extLst>
              <a:ext uri="{FF2B5EF4-FFF2-40B4-BE49-F238E27FC236}">
                <a16:creationId xmlns:a16="http://schemas.microsoft.com/office/drawing/2014/main" id="{BB27FE75-A2B8-4B3A-85AA-B08EC1555E5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7001D27A-CE9D-4509-A7FC-7A259D47B68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0363" y="1947863"/>
            <a:ext cx="11471275" cy="40020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D7373FE-7057-4E61-81F2-247C5DF71C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468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3F4FB002-71F6-4313-AB13-74F7B4274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39" y="742950"/>
            <a:ext cx="11471999" cy="468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2pPr>
            <a:lvl3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3pPr>
            <a:lvl4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5pPr>
          </a:lstStyle>
          <a:p>
            <a:pPr lvl="0"/>
            <a:r>
              <a:rPr lang="en-US"/>
              <a:t>Add subtitle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F7789E-3BDD-456A-8B4E-D05A3BEA3719}"/>
              </a:ext>
            </a:extLst>
          </p:cNvPr>
          <p:cNvCxnSpPr/>
          <p:nvPr userDrawn="1"/>
        </p:nvCxnSpPr>
        <p:spPr>
          <a:xfrm>
            <a:off x="358775" y="1798911"/>
            <a:ext cx="1147286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030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26">
          <p15:clr>
            <a:srgbClr val="FF96FF"/>
          </p15:clr>
        </p15:guide>
        <p15:guide id="6" pos="3771">
          <p15:clr>
            <a:srgbClr val="FF96FF"/>
          </p15:clr>
        </p15:guide>
        <p15:guide id="7" pos="3908">
          <p15:clr>
            <a:srgbClr val="FF96FF"/>
          </p15:clr>
        </p15:guide>
        <p15:guide id="8" pos="7453">
          <p15:clr>
            <a:srgbClr val="FF96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3EDB-D7EB-F14E-A6D1-748C03EC5EDC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78260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(1/3 - 2/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A07A4-FC84-46D6-8C0C-1AE653D2DF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9639" y="1947325"/>
            <a:ext cx="3678237" cy="401056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9C8B6-8205-4C76-A8B3-6A0AD901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182E6-4E4D-4619-8935-1EE0C5AA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uides" hidden="1">
            <a:extLst>
              <a:ext uri="{FF2B5EF4-FFF2-40B4-BE49-F238E27FC236}">
                <a16:creationId xmlns:a16="http://schemas.microsoft.com/office/drawing/2014/main" id="{BB27FE75-A2B8-4B3A-85AA-B08EC1555E5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C34EDB7-6D95-41C7-98E2-50E9A314BEC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254500" y="1947324"/>
            <a:ext cx="7575999" cy="401056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1DE99CC-1193-4724-B97A-63B084C77E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70001"/>
            <a:ext cx="11471638" cy="468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B2800772-5DC2-4428-A9AB-6886540164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39" y="742950"/>
            <a:ext cx="11471999" cy="468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1pPr>
            <a:lvl2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2pPr>
            <a:lvl3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3pPr>
            <a:lvl4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4pPr>
            <a:lvl5pPr marL="0" indent="0">
              <a:buFont typeface="Arial" panose="020B0604020202020204" pitchFamily="34" charset="0"/>
              <a:buNone/>
              <a:tabLst/>
              <a:defRPr sz="3200">
                <a:latin typeface="+mn-lt"/>
              </a:defRPr>
            </a:lvl5pPr>
          </a:lstStyle>
          <a:p>
            <a:pPr lvl="0"/>
            <a:r>
              <a:rPr lang="en-US"/>
              <a:t>Add subtitle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3F7134-E454-4438-88AC-D186E1F59979}"/>
              </a:ext>
            </a:extLst>
          </p:cNvPr>
          <p:cNvCxnSpPr>
            <a:cxnSpLocks/>
          </p:cNvCxnSpPr>
          <p:nvPr userDrawn="1"/>
        </p:nvCxnSpPr>
        <p:spPr>
          <a:xfrm>
            <a:off x="358775" y="1798911"/>
            <a:ext cx="36798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4A72D3E-ED9E-487D-8E75-BDE8764D0F2A}"/>
              </a:ext>
            </a:extLst>
          </p:cNvPr>
          <p:cNvCxnSpPr>
            <a:cxnSpLocks/>
          </p:cNvCxnSpPr>
          <p:nvPr userDrawn="1"/>
        </p:nvCxnSpPr>
        <p:spPr>
          <a:xfrm>
            <a:off x="4254500" y="1798911"/>
            <a:ext cx="757903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82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753">
          <p15:clr>
            <a:srgbClr val="FF96FF"/>
          </p15:clr>
        </p15:guide>
        <p15:guide id="5" pos="226">
          <p15:clr>
            <a:srgbClr val="FF96FF"/>
          </p15:clr>
        </p15:guide>
        <p15:guide id="6" pos="2544">
          <p15:clr>
            <a:srgbClr val="FF96FF"/>
          </p15:clr>
        </p15:guide>
        <p15:guide id="7" pos="2680">
          <p15:clr>
            <a:srgbClr val="FF96FF"/>
          </p15:clr>
        </p15:guide>
        <p15:guide id="8" pos="4999">
          <p15:clr>
            <a:srgbClr val="FF96FF"/>
          </p15:clr>
        </p15:guide>
        <p15:guide id="9" pos="5135">
          <p15:clr>
            <a:srgbClr val="FF96FF"/>
          </p15:clr>
        </p15:guide>
        <p15:guide id="10" pos="7453">
          <p15:clr>
            <a:srgbClr val="FF96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EC42528-88D8-420D-AABE-2B141DA6D0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Guides" hidden="1">
            <a:extLst>
              <a:ext uri="{FF2B5EF4-FFF2-40B4-BE49-F238E27FC236}">
                <a16:creationId xmlns:a16="http://schemas.microsoft.com/office/drawing/2014/main" id="{75BAC15C-B945-49BD-AE8D-EB6E4780AD5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635000" cy="25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A80D473-87BE-4921-9A12-5CE6120586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775" y="269876"/>
            <a:ext cx="11474450" cy="1528762"/>
          </a:xfrm>
        </p:spPr>
        <p:txBody>
          <a:bodyPr/>
          <a:lstStyle>
            <a:lvl1pPr marL="0" indent="0">
              <a:buNone/>
              <a:defRPr sz="8800">
                <a:latin typeface="+mj-lt"/>
              </a:defRPr>
            </a:lvl1pPr>
            <a:lvl2pPr marL="0" indent="0">
              <a:buNone/>
              <a:defRPr sz="8800">
                <a:latin typeface="+mj-lt"/>
              </a:defRPr>
            </a:lvl2pPr>
            <a:lvl3pPr marL="0" indent="0">
              <a:buNone/>
              <a:defRPr sz="8800">
                <a:latin typeface="+mj-lt"/>
              </a:defRPr>
            </a:lvl3pPr>
            <a:lvl4pPr marL="0" indent="0">
              <a:buNone/>
              <a:defRPr sz="8800">
                <a:latin typeface="+mj-lt"/>
              </a:defRPr>
            </a:lvl4pPr>
            <a:lvl5pPr marL="0" indent="0">
              <a:buNone/>
              <a:defRPr sz="8800">
                <a:latin typeface="+mj-lt"/>
              </a:defRPr>
            </a:lvl5pPr>
            <a:lvl6pPr marL="0" indent="0">
              <a:buNone/>
              <a:defRPr sz="8800">
                <a:latin typeface="+mj-lt"/>
              </a:defRPr>
            </a:lvl6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D6CFF4-D465-49C4-AA32-61E02E500E02}"/>
              </a:ext>
            </a:extLst>
          </p:cNvPr>
          <p:cNvSpPr txBox="1"/>
          <p:nvPr userDrawn="1"/>
        </p:nvSpPr>
        <p:spPr>
          <a:xfrm>
            <a:off x="3795977" y="5633832"/>
            <a:ext cx="1741715" cy="7598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900"/>
              </a:spcAft>
            </a:pPr>
            <a:r>
              <a:rPr lang="en-US" sz="800"/>
              <a:t>The Global Fund to Fight</a:t>
            </a:r>
            <a:br>
              <a:rPr lang="en-GB" sz="800"/>
            </a:br>
            <a:r>
              <a:rPr lang="en-US" sz="800"/>
              <a:t>AIDS, Tuberculosis and Malaria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/>
              <a:t>+41 58 791 1700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u="none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theglobalfund.org</a:t>
            </a:r>
            <a:endParaRPr lang="en-US" sz="800" u="none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/>
              <a:t> </a:t>
            </a:r>
            <a:endParaRPr lang="en-US"/>
          </a:p>
          <a:p>
            <a:endParaRPr lang="en-US" sz="800"/>
          </a:p>
        </p:txBody>
      </p:sp>
      <p:pic>
        <p:nvPicPr>
          <p:cNvPr id="1548377704" name="image" descr="{&quot;templafy&quot;:{&quot;id&quot;:&quot;56a68eac-4ef1-432c-8c4a-1504bcdb1517&quot;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775" y="5633832"/>
            <a:ext cx="2253600" cy="77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18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">
          <p15:clr>
            <a:srgbClr val="717275"/>
          </p15:clr>
        </p15:guide>
        <p15:guide id="2" orient="horz" pos="762">
          <p15:clr>
            <a:srgbClr val="717275"/>
          </p15:clr>
        </p15:guide>
        <p15:guide id="3" orient="horz" pos="1133">
          <p15:clr>
            <a:srgbClr val="FF96FF"/>
          </p15:clr>
        </p15:guide>
        <p15:guide id="4" orient="horz" pos="3543">
          <p15:clr>
            <a:srgbClr val="FF96FF"/>
          </p15:clr>
        </p15:guide>
        <p15:guide id="5" pos="226">
          <p15:clr>
            <a:srgbClr val="FF96FF"/>
          </p15:clr>
        </p15:guide>
        <p15:guide id="6" pos="7453">
          <p15:clr>
            <a:srgbClr val="FF96FF"/>
          </p15:clr>
        </p15:guide>
        <p15:guide id="7" orient="horz" pos="4020">
          <p15:clr>
            <a:srgbClr val="FF96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54B7A9B9-0BC3-4D52-8945-0B0406446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4700" y="6203950"/>
            <a:ext cx="897300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9E2BE927-25C7-4379-86F1-C17ED9D2A7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2313273F-7E94-4F41-A744-2212393418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47950" y="6203950"/>
            <a:ext cx="6905625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F44F9B8-C740-4AF9-A1B7-097AF77A54C0}"/>
              </a:ext>
            </a:extLst>
          </p:cNvPr>
          <p:cNvSpPr>
            <a:spLocks noGrp="1"/>
          </p:cNvSpPr>
          <p:nvPr>
            <p:ph type="body" idx="1"/>
            <p:custDataLst>
              <p:tags r:id="rId49"/>
            </p:custDataLst>
          </p:nvPr>
        </p:nvSpPr>
        <p:spPr>
          <a:xfrm>
            <a:off x="360000" y="1800001"/>
            <a:ext cx="11472000" cy="41579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8938BD6-A3CA-4583-9B72-F24990967C8D}"/>
              </a:ext>
            </a:extLst>
          </p:cNvPr>
          <p:cNvSpPr>
            <a:spLocks noGrp="1"/>
          </p:cNvSpPr>
          <p:nvPr>
            <p:ph type="title"/>
            <p:custDataLst>
              <p:tags r:id="rId50"/>
            </p:custDataLst>
          </p:nvPr>
        </p:nvSpPr>
        <p:spPr>
          <a:xfrm>
            <a:off x="360000" y="270001"/>
            <a:ext cx="11472000" cy="9396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Add Title</a:t>
            </a:r>
          </a:p>
        </p:txBody>
      </p:sp>
      <p:pic>
        <p:nvPicPr>
          <p:cNvPr id="675282993" name="Logo" descr="{&quot;templafy&quot;:{&quot;id&quot;:&quot;f44a8b3c-71e9-4dbc-9227-2e9c8d9f8083&quot;}}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60000" y="6427332"/>
            <a:ext cx="1623600" cy="15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07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6" r:id="rId2"/>
    <p:sldLayoutId id="2147483664" r:id="rId3"/>
    <p:sldLayoutId id="2147483649" r:id="rId4"/>
    <p:sldLayoutId id="2147483660" r:id="rId5"/>
    <p:sldLayoutId id="2147483662" r:id="rId6"/>
    <p:sldLayoutId id="2147483719" r:id="rId7"/>
    <p:sldLayoutId id="2147483661" r:id="rId8"/>
    <p:sldLayoutId id="2147483704" r:id="rId9"/>
    <p:sldLayoutId id="2147483721" r:id="rId10"/>
    <p:sldLayoutId id="2147483714" r:id="rId11"/>
    <p:sldLayoutId id="2147483716" r:id="rId12"/>
    <p:sldLayoutId id="2147483715" r:id="rId13"/>
    <p:sldLayoutId id="2147483713" r:id="rId14"/>
    <p:sldLayoutId id="2147483651" r:id="rId15"/>
    <p:sldLayoutId id="2147483701" r:id="rId16"/>
    <p:sldLayoutId id="2147483709" r:id="rId17"/>
    <p:sldLayoutId id="2147483710" r:id="rId18"/>
    <p:sldLayoutId id="2147483711" r:id="rId19"/>
    <p:sldLayoutId id="2147483708" r:id="rId20"/>
    <p:sldLayoutId id="2147483693" r:id="rId21"/>
    <p:sldLayoutId id="2147483686" r:id="rId22"/>
    <p:sldLayoutId id="2147483667" r:id="rId23"/>
    <p:sldLayoutId id="2147483691" r:id="rId24"/>
    <p:sldLayoutId id="2147483687" r:id="rId25"/>
    <p:sldLayoutId id="2147483690" r:id="rId26"/>
    <p:sldLayoutId id="2147483677" r:id="rId27"/>
    <p:sldLayoutId id="2147483678" r:id="rId28"/>
    <p:sldLayoutId id="2147483705" r:id="rId29"/>
    <p:sldLayoutId id="2147483712" r:id="rId30"/>
    <p:sldLayoutId id="2147483685" r:id="rId31"/>
    <p:sldLayoutId id="2147483718" r:id="rId32"/>
    <p:sldLayoutId id="2147483672" r:id="rId33"/>
    <p:sldLayoutId id="2147483673" r:id="rId34"/>
    <p:sldLayoutId id="2147483674" r:id="rId35"/>
    <p:sldLayoutId id="2147483675" r:id="rId36"/>
    <p:sldLayoutId id="2147483676" r:id="rId37"/>
    <p:sldLayoutId id="2147483689" r:id="rId38"/>
    <p:sldLayoutId id="2147483680" r:id="rId39"/>
    <p:sldLayoutId id="2147483681" r:id="rId40"/>
    <p:sldLayoutId id="2147483720" r:id="rId41"/>
    <p:sldLayoutId id="2147483679" r:id="rId42"/>
    <p:sldLayoutId id="2147483688" r:id="rId43"/>
    <p:sldLayoutId id="2147483722" r:id="rId44"/>
    <p:sldLayoutId id="2147483723" r:id="rId45"/>
    <p:sldLayoutId id="2147483724" r:id="rId46"/>
    <p:sldLayoutId id="2147483725" r:id="rId4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361950" indent="-1809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2925" indent="-18097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714375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714375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714375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714375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4.jpe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4.jpeg"/><Relationship Id="rId4" Type="http://schemas.openxmlformats.org/officeDocument/2006/relationships/hyperlink" Target="https://www.youtube.com/watch?v=SHh4KlKbSr8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slideLayout" Target="../slideLayouts/slideLayout46.xml"/><Relationship Id="rId7" Type="http://schemas.openxmlformats.org/officeDocument/2006/relationships/image" Target="../media/image54.svg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9" Type="http://schemas.openxmlformats.org/officeDocument/2006/relationships/image" Target="../media/image56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jpe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9.jpeg"/><Relationship Id="rId2" Type="http://schemas.openxmlformats.org/officeDocument/2006/relationships/slideLayout" Target="../slideLayouts/slideLayout45.xml"/><Relationship Id="rId1" Type="http://schemas.openxmlformats.org/officeDocument/2006/relationships/tags" Target="../tags/tag8.xml"/><Relationship Id="rId6" Type="http://schemas.openxmlformats.org/officeDocument/2006/relationships/image" Target="../media/image58.png"/><Relationship Id="rId5" Type="http://schemas.openxmlformats.org/officeDocument/2006/relationships/image" Target="../media/image57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4.xml"/><Relationship Id="rId4" Type="http://schemas.openxmlformats.org/officeDocument/2006/relationships/notesSlide" Target="../notesSlides/notesSlid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F2CD8F-6EB6-7DF6-9DA6-ADCFF8E7C6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5486" y="3801360"/>
            <a:ext cx="10611018" cy="2000726"/>
          </a:xfrm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en-US" sz="4000" dirty="0"/>
              <a:t>Enos Masini  </a:t>
            </a:r>
          </a:p>
          <a:p>
            <a:pPr algn="ctr"/>
            <a:r>
              <a:rPr lang="en-US" sz="3600" dirty="0"/>
              <a:t>The Global Fund </a:t>
            </a:r>
            <a:endParaRPr lang="en-US" sz="3600" dirty="0">
              <a:cs typeface="Arial"/>
            </a:endParaRPr>
          </a:p>
          <a:p>
            <a:pPr algn="ctr"/>
            <a:r>
              <a:rPr lang="en-US" sz="3600" dirty="0"/>
              <a:t>29th Sept 2025</a:t>
            </a:r>
            <a:endParaRPr lang="en-US" sz="3600" dirty="0">
              <a:cs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535F08-15C1-D367-C24E-B8B29E883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485" y="1361960"/>
            <a:ext cx="10721030" cy="2173288"/>
          </a:xfrm>
        </p:spPr>
        <p:txBody>
          <a:bodyPr/>
          <a:lstStyle/>
          <a:p>
            <a:pPr algn="ctr"/>
            <a:r>
              <a:rPr lang="en-US" sz="4400"/>
              <a:t>Introduction to TB NPOC Early Adopter Initiative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17025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AE0E7C-8ABE-8BCA-CAD5-5F0E6D506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89AFF54-13F2-E7DE-96A5-41CD3BCDA66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60000" y="1357858"/>
            <a:ext cx="10131019" cy="4330800"/>
          </a:xfrm>
        </p:spPr>
        <p:txBody>
          <a:bodyPr vert="horz" lIns="0" tIns="0" rIns="0" bIns="0" numCol="1" rtlCol="0" anchor="t">
            <a:noAutofit/>
          </a:bodyPr>
          <a:lstStyle/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342900" indent="-342900"/>
            <a:r>
              <a:rPr lang="en-US" sz="2800" dirty="0">
                <a:solidFill>
                  <a:srgbClr val="000000"/>
                </a:solidFill>
                <a:effectLst/>
                <a:latin typeface="Arial"/>
                <a:ea typeface="Times New Roman" panose="02020603050405020304" pitchFamily="18" charset="0"/>
                <a:cs typeface="Aptos" panose="020B0004020202020204" pitchFamily="34" charset="0"/>
              </a:rPr>
              <a:t>Pipeline and imminent products for NPOC diagnostics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342900" indent="-342900">
              <a:lnSpc>
                <a:spcPct val="200000"/>
              </a:lnSpc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</a:rPr>
              <a:t>Implementation considerations for NPOC diagnostics </a:t>
            </a:r>
          </a:p>
          <a:p>
            <a:pPr marL="342900" indent="-342900">
              <a:lnSpc>
                <a:spcPct val="200000"/>
              </a:lnSpc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/>
              </a:rPr>
              <a:t>Global Fund supported Early Adopter Initiative  </a:t>
            </a:r>
            <a:endParaRPr lang="en-US" sz="2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88C3F32-FAFE-8507-14BE-83183E6E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888045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5F1EC-1C42-C0BF-FFB9-4B2A71FB2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FREE Microscope Clipart | Pearly Arts">
            <a:extLst>
              <a:ext uri="{FF2B5EF4-FFF2-40B4-BE49-F238E27FC236}">
                <a16:creationId xmlns:a16="http://schemas.microsoft.com/office/drawing/2014/main" id="{D2799D08-8487-4AE1-21C4-9BED11500983}"/>
              </a:ext>
            </a:extLst>
          </p:cNvPr>
          <p:cNvPicPr>
            <a:picLocks noGrp="1" noChangeAspect="1"/>
          </p:cNvPicPr>
          <p:nvPr>
            <p:ph idx="16"/>
          </p:nvPr>
        </p:nvPicPr>
        <p:blipFill>
          <a:blip r:embed="rId3"/>
          <a:stretch>
            <a:fillRect/>
          </a:stretch>
        </p:blipFill>
        <p:spPr>
          <a:xfrm>
            <a:off x="4412034" y="2258304"/>
            <a:ext cx="1526585" cy="1536109"/>
          </a:xfrm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C3B6A8-9FBC-D14B-43D7-5A855488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700" y="6203950"/>
            <a:ext cx="897300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9E2BE927-25C7-4379-86F1-C17ED9D2A7F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E3850E0-D823-4FE6-982E-5404EA5B8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740" y="1398388"/>
            <a:ext cx="4043062" cy="5170687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accent2">
                    <a:lumMod val="50000"/>
                  </a:schemeClr>
                </a:solidFill>
              </a:rPr>
              <a:t>Challenge:</a:t>
            </a:r>
            <a:endParaRPr lang="en-US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/>
            <a:r>
              <a:rPr lang="en-US" sz="1600">
                <a:latin typeface="+mn-lt"/>
              </a:rPr>
              <a:t>Over 2.5 million people undiagnosed with TB  annually.</a:t>
            </a:r>
            <a:endParaRPr lang="en-US" sz="1600">
              <a:latin typeface="+mn-lt"/>
              <a:cs typeface="Arial"/>
            </a:endParaRPr>
          </a:p>
          <a:p>
            <a:pPr marL="285750" indent="-285750"/>
            <a:r>
              <a:rPr lang="en-US" sz="1600" b="1">
                <a:latin typeface="+mn-lt"/>
              </a:rPr>
              <a:t>Only 48% of people with TB are diagnosed with a rapid molecular test.</a:t>
            </a:r>
            <a:endParaRPr lang="en-US" sz="1600" b="1">
              <a:latin typeface="+mn-lt"/>
              <a:cs typeface="Arial"/>
            </a:endParaRPr>
          </a:p>
          <a:p>
            <a:pPr marL="0" indent="0">
              <a:buNone/>
            </a:pPr>
            <a:r>
              <a:rPr lang="en-US" sz="1600" b="1">
                <a:solidFill>
                  <a:schemeClr val="accent2">
                    <a:lumMod val="50000"/>
                  </a:schemeClr>
                </a:solidFill>
                <a:latin typeface="Arial Black"/>
              </a:rPr>
              <a:t>Primary barriers</a:t>
            </a:r>
            <a:r>
              <a:rPr lang="en-US" sz="1600">
                <a:solidFill>
                  <a:schemeClr val="accent2">
                    <a:lumMod val="50000"/>
                  </a:schemeClr>
                </a:solidFill>
                <a:latin typeface="Arial Black"/>
              </a:rPr>
              <a:t>:</a:t>
            </a:r>
            <a:endParaRPr lang="en-US" sz="1600">
              <a:solidFill>
                <a:schemeClr val="accent2">
                  <a:lumMod val="50000"/>
                </a:schemeClr>
              </a:solidFill>
              <a:latin typeface="Arial Black"/>
              <a:cs typeface="Arial"/>
            </a:endParaRPr>
          </a:p>
          <a:p>
            <a:pPr lvl="1">
              <a:buFont typeface="Arial" panose="05000000000000000000" pitchFamily="2" charset="2"/>
              <a:buChar char="•"/>
            </a:pPr>
            <a:r>
              <a:rPr lang="en-US" sz="1600">
                <a:latin typeface="+mn-lt"/>
              </a:rPr>
              <a:t>High costs</a:t>
            </a:r>
            <a:r>
              <a:rPr lang="en-US" sz="1600"/>
              <a:t>; </a:t>
            </a:r>
          </a:p>
          <a:p>
            <a:pPr lvl="1">
              <a:buFont typeface="Arial" panose="05000000000000000000" pitchFamily="2" charset="2"/>
              <a:buChar char="•"/>
            </a:pPr>
            <a:r>
              <a:rPr lang="en-US" sz="1600"/>
              <a:t>c</a:t>
            </a:r>
            <a:r>
              <a:rPr lang="en-US" sz="1600">
                <a:latin typeface="+mn-lt"/>
              </a:rPr>
              <a:t>entralized testing infrastructure</a:t>
            </a:r>
            <a:r>
              <a:rPr lang="en-US" sz="1600"/>
              <a:t>; l</a:t>
            </a:r>
            <a:r>
              <a:rPr lang="en-US" sz="1600">
                <a:latin typeface="+mn-lt"/>
              </a:rPr>
              <a:t>imited access at PHC levels; </a:t>
            </a:r>
          </a:p>
          <a:p>
            <a:pPr lvl="1">
              <a:buFont typeface="Arial" panose="05000000000000000000" pitchFamily="2" charset="2"/>
              <a:buChar char="•"/>
            </a:pPr>
            <a:r>
              <a:rPr lang="en-US" sz="1600">
                <a:latin typeface="+mn-lt"/>
              </a:rPr>
              <a:t>limited sample transportation </a:t>
            </a:r>
            <a:endParaRPr lang="en-US" sz="1600">
              <a:latin typeface="+mn-lt"/>
              <a:cs typeface="Arial"/>
            </a:endParaRPr>
          </a:p>
          <a:p>
            <a:pPr marL="0" lvl="1" indent="0">
              <a:buNone/>
            </a:pPr>
            <a:r>
              <a:rPr lang="en-US" sz="1600" b="1">
                <a:solidFill>
                  <a:schemeClr val="accent2">
                    <a:lumMod val="50000"/>
                  </a:schemeClr>
                </a:solidFill>
                <a:latin typeface="Arial Black"/>
                <a:cs typeface="Arial"/>
              </a:rPr>
              <a:t>Solution* (NPOC):</a:t>
            </a:r>
          </a:p>
          <a:p>
            <a:pPr marL="285750" indent="-285750"/>
            <a:r>
              <a:rPr lang="en-US" sz="1600">
                <a:latin typeface="Arial"/>
                <a:cs typeface="Arial"/>
              </a:rPr>
              <a:t>Potential to increase access to TB molecular diagnostics, even at peripheral level</a:t>
            </a:r>
          </a:p>
          <a:p>
            <a:pPr marL="285750" indent="-285750"/>
            <a:r>
              <a:rPr lang="en-US" sz="1600">
                <a:latin typeface="Arial"/>
                <a:cs typeface="Arial"/>
              </a:rPr>
              <a:t>Will decrease initial loss-to-follow-up by allowing same-day diagnosis</a:t>
            </a:r>
            <a:endParaRPr lang="en-US">
              <a:latin typeface="Arial Black"/>
              <a:cs typeface="Arial"/>
            </a:endParaRPr>
          </a:p>
          <a:p>
            <a:pPr marL="285750" indent="-285750"/>
            <a:r>
              <a:rPr lang="en-US" sz="1600">
                <a:latin typeface="Arial"/>
                <a:cs typeface="Arial"/>
              </a:rPr>
              <a:t>Could allow for same-day treatment initiation </a:t>
            </a:r>
          </a:p>
          <a:p>
            <a:pPr marL="0" indent="0">
              <a:buNone/>
            </a:pPr>
            <a:endParaRPr lang="en-US" sz="1600">
              <a:latin typeface="+mn-lt"/>
              <a:cs typeface="Arial"/>
            </a:endParaRPr>
          </a:p>
          <a:p>
            <a:pPr marL="0" indent="0">
              <a:buNone/>
            </a:pPr>
            <a:endParaRPr lang="en-US">
              <a:latin typeface="+mn-lt"/>
              <a:cs typeface="Arial"/>
            </a:endParaRPr>
          </a:p>
        </p:txBody>
      </p:sp>
      <p:sp>
        <p:nvSpPr>
          <p:cNvPr id="21" name="Title 5">
            <a:extLst>
              <a:ext uri="{FF2B5EF4-FFF2-40B4-BE49-F238E27FC236}">
                <a16:creationId xmlns:a16="http://schemas.microsoft.com/office/drawing/2014/main" id="{F4547005-229B-1704-B4D7-108581210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86" y="288925"/>
            <a:ext cx="11471638" cy="46800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Catalyzing Change: How to offer those 52% not getting WRDs a molecular diagnosis? </a:t>
            </a:r>
            <a:endParaRPr lang="en-US"/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310850DB-82E7-CFE0-90BD-2AB6811588F7}"/>
              </a:ext>
            </a:extLst>
          </p:cNvPr>
          <p:cNvSpPr/>
          <p:nvPr/>
        </p:nvSpPr>
        <p:spPr>
          <a:xfrm>
            <a:off x="4748872" y="2673665"/>
            <a:ext cx="808677" cy="806520"/>
          </a:xfrm>
          <a:prstGeom prst="mathMultiply">
            <a:avLst/>
          </a:prstGeom>
          <a:solidFill>
            <a:schemeClr val="accent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2936E59-737A-57A8-006A-4B4ABDBAA59B}"/>
              </a:ext>
            </a:extLst>
          </p:cNvPr>
          <p:cNvSpPr/>
          <p:nvPr/>
        </p:nvSpPr>
        <p:spPr>
          <a:xfrm>
            <a:off x="5756328" y="2542535"/>
            <a:ext cx="878125" cy="484631"/>
          </a:xfrm>
          <a:prstGeom prst="rightArrow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pic>
        <p:nvPicPr>
          <p:cNvPr id="9" name="Picture 8" descr="drug-resistant TB">
            <a:extLst>
              <a:ext uri="{FF2B5EF4-FFF2-40B4-BE49-F238E27FC236}">
                <a16:creationId xmlns:a16="http://schemas.microsoft.com/office/drawing/2014/main" id="{65B3D020-F633-1D5E-6C86-05E9B7A05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127" y="4971841"/>
            <a:ext cx="1226143" cy="1135737"/>
          </a:xfrm>
          <a:prstGeom prst="rect">
            <a:avLst/>
          </a:prstGeom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1CB9ED-5ECA-D75F-0269-5A3548BFDD78}"/>
              </a:ext>
            </a:extLst>
          </p:cNvPr>
          <p:cNvSpPr txBox="1"/>
          <p:nvPr/>
        </p:nvSpPr>
        <p:spPr>
          <a:xfrm>
            <a:off x="8641524" y="5124210"/>
            <a:ext cx="298987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UNHLM target of 100% of people diagnosed with a rapid molecular test by 2027.</a:t>
            </a:r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C1385C2-93B1-19F3-0F2A-5C9E04E768A9}"/>
              </a:ext>
            </a:extLst>
          </p:cNvPr>
          <p:cNvSpPr/>
          <p:nvPr/>
        </p:nvSpPr>
        <p:spPr>
          <a:xfrm>
            <a:off x="7545905" y="3842894"/>
            <a:ext cx="484631" cy="978407"/>
          </a:xfrm>
          <a:prstGeom prst="downArrow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pic>
        <p:nvPicPr>
          <p:cNvPr id="13" name="Picture 12" descr="A person in a lab coat&#10;&#10;AI-generated content may be incorrect.">
            <a:extLst>
              <a:ext uri="{FF2B5EF4-FFF2-40B4-BE49-F238E27FC236}">
                <a16:creationId xmlns:a16="http://schemas.microsoft.com/office/drawing/2014/main" id="{7DBF009D-C7CE-23DB-BFB5-C4E05F19D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5829" y="1979047"/>
            <a:ext cx="2141189" cy="2195755"/>
          </a:xfrm>
          <a:prstGeom prst="rect">
            <a:avLst/>
          </a:prstGeom>
        </p:spPr>
      </p:pic>
      <p:sp>
        <p:nvSpPr>
          <p:cNvPr id="14" name="Arrow: Left 13">
            <a:extLst>
              <a:ext uri="{FF2B5EF4-FFF2-40B4-BE49-F238E27FC236}">
                <a16:creationId xmlns:a16="http://schemas.microsoft.com/office/drawing/2014/main" id="{959220DF-99D6-2D36-0AC9-1B799CE4AAA6}"/>
              </a:ext>
            </a:extLst>
          </p:cNvPr>
          <p:cNvSpPr/>
          <p:nvPr/>
        </p:nvSpPr>
        <p:spPr>
          <a:xfrm>
            <a:off x="8946756" y="2542535"/>
            <a:ext cx="804169" cy="484631"/>
          </a:xfrm>
          <a:prstGeom prst="leftArrow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BDBAD9-C3A3-A5F2-58CF-85A13AF10791}"/>
              </a:ext>
            </a:extLst>
          </p:cNvPr>
          <p:cNvSpPr txBox="1"/>
          <p:nvPr/>
        </p:nvSpPr>
        <p:spPr>
          <a:xfrm>
            <a:off x="4693905" y="1712550"/>
            <a:ext cx="17346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Smear microscopy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0A98AD-DB18-555A-2200-4F1A410ACCD0}"/>
              </a:ext>
            </a:extLst>
          </p:cNvPr>
          <p:cNvSpPr txBox="1"/>
          <p:nvPr/>
        </p:nvSpPr>
        <p:spPr>
          <a:xfrm>
            <a:off x="9601923" y="1554597"/>
            <a:ext cx="248098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Specialized lab infrastructure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767D4E-2B65-33BE-7D81-3276C8271FDD}"/>
              </a:ext>
            </a:extLst>
          </p:cNvPr>
          <p:cNvSpPr txBox="1"/>
          <p:nvPr/>
        </p:nvSpPr>
        <p:spPr>
          <a:xfrm>
            <a:off x="6906853" y="1534168"/>
            <a:ext cx="173467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b="1"/>
              <a:t>Decentralized, near point-of-care testing</a:t>
            </a:r>
          </a:p>
        </p:txBody>
      </p:sp>
      <p:pic>
        <p:nvPicPr>
          <p:cNvPr id="4" name="Picture 2" descr="No alternative text description for this image">
            <a:extLst>
              <a:ext uri="{FF2B5EF4-FFF2-40B4-BE49-F238E27FC236}">
                <a16:creationId xmlns:a16="http://schemas.microsoft.com/office/drawing/2014/main" id="{D39947C2-1810-B2C6-5FF5-C8A88320B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773" y="2309805"/>
            <a:ext cx="2108829" cy="1405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760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B48564-9F22-B1EF-6F3B-7B1A0779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8AC2A66-9621-4131-3DC0-1E7A86BF3DE2}"/>
              </a:ext>
            </a:extLst>
          </p:cNvPr>
          <p:cNvGraphicFramePr>
            <a:graphicFrameLocks noGrp="1"/>
          </p:cNvGraphicFramePr>
          <p:nvPr>
            <p:ph sz="quarter" idx="18"/>
            <p:extLst>
              <p:ext uri="{D42A27DB-BD31-4B8C-83A1-F6EECF244321}">
                <p14:modId xmlns:p14="http://schemas.microsoft.com/office/powerpoint/2010/main" val="762546694"/>
              </p:ext>
            </p:extLst>
          </p:nvPr>
        </p:nvGraphicFramePr>
        <p:xfrm>
          <a:off x="325949" y="1421322"/>
          <a:ext cx="5967270" cy="4949190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1932076">
                  <a:extLst>
                    <a:ext uri="{9D8B030D-6E8A-4147-A177-3AD203B41FA5}">
                      <a16:colId xmlns:a16="http://schemas.microsoft.com/office/drawing/2014/main" val="1099227647"/>
                    </a:ext>
                  </a:extLst>
                </a:gridCol>
                <a:gridCol w="4035194">
                  <a:extLst>
                    <a:ext uri="{9D8B030D-6E8A-4147-A177-3AD203B41FA5}">
                      <a16:colId xmlns:a16="http://schemas.microsoft.com/office/drawing/2014/main" val="130921119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457200" marR="0" indent="-228600" algn="ctr">
                        <a:spcAft>
                          <a:spcPts val="120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>
                          <a:effectLst/>
                        </a:rPr>
                        <a:t>Characteristic​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0" indent="-228600" algn="ctr">
                        <a:spcAft>
                          <a:spcPts val="120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>
                          <a:effectLst/>
                        </a:rPr>
                        <a:t>Minimal Requirements​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5375456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marL="457200" marR="0" indent="-228600" algn="just">
                        <a:spcAft>
                          <a:spcPts val="120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>
                          <a:effectLst/>
                        </a:rPr>
                        <a:t>Form​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0" indent="0" algn="l">
                        <a:spcAft>
                          <a:spcPts val="1200"/>
                        </a:spcAft>
                        <a:tabLst>
                          <a:tab pos="228600" algn="l"/>
                        </a:tabLst>
                      </a:pPr>
                      <a:r>
                        <a:rPr lang="en-US" sz="1600">
                          <a:effectLst/>
                        </a:rPr>
                        <a:t>Instrument should be battery-operated and not require any special infrastructure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2659051"/>
                  </a:ext>
                </a:extLst>
              </a:tr>
              <a:tr h="467995">
                <a:tc>
                  <a:txBody>
                    <a:bodyPr/>
                    <a:lstStyle/>
                    <a:p>
                      <a:pPr marL="228600" marR="0" indent="0" algn="just">
                        <a:spcAft>
                          <a:spcPts val="1200"/>
                        </a:spcAft>
                        <a:tabLst>
                          <a:tab pos="228600" algn="l"/>
                        </a:tabLst>
                      </a:pPr>
                      <a:r>
                        <a:rPr lang="en-US" sz="1600">
                          <a:effectLst/>
                        </a:rPr>
                        <a:t>Intended purpose​</a:t>
                      </a:r>
                      <a:endParaRPr lang="en-US" sz="1800">
                        <a:effectLst/>
                      </a:endParaRPr>
                    </a:p>
                    <a:p>
                      <a:pPr marL="457200" marR="0" indent="-228600" algn="just">
                        <a:spcAft>
                          <a:spcPts val="120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>
                          <a:effectLst/>
                        </a:rPr>
                        <a:t>​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0" indent="0" algn="l" defTabSz="914400" rtl="0" eaLnBrk="1" latinLnBrk="0" hangingPunct="1">
                        <a:spcAft>
                          <a:spcPts val="1200"/>
                        </a:spcAft>
                        <a:tabLst>
                          <a:tab pos="228600" algn="l"/>
                        </a:tabLs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Detect pulmonary TB, at the peripheral level, to support TB therapy initiation during the clinical encounter or on the same day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0783373"/>
                  </a:ext>
                </a:extLst>
              </a:tr>
              <a:tr h="461010">
                <a:tc>
                  <a:txBody>
                    <a:bodyPr/>
                    <a:lstStyle/>
                    <a:p>
                      <a:pPr marL="457200" marR="0" indent="-228600" algn="just">
                        <a:spcAft>
                          <a:spcPts val="120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>
                          <a:effectLst/>
                        </a:rPr>
                        <a:t>Target use​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0" indent="0" algn="l" defTabSz="914400" rtl="0" eaLnBrk="1" latinLnBrk="0" hangingPunct="1">
                        <a:spcAft>
                          <a:spcPts val="1200"/>
                        </a:spcAft>
                        <a:tabLst>
                          <a:tab pos="228600" algn="l"/>
                        </a:tabLs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 workers with basic technical skills (e.g. non-precision pipetting and minimal sample processing)​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900289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228600" marR="0" indent="0" algn="just">
                        <a:spcAft>
                          <a:spcPts val="1200"/>
                        </a:spcAft>
                        <a:tabLst>
                          <a:tab pos="228600" algn="l"/>
                        </a:tabLst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Healthcare setting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0" indent="0" algn="l" defTabSz="914400" rtl="0" eaLnBrk="1" latinLnBrk="0" hangingPunct="1">
                        <a:spcAft>
                          <a:spcPts val="1200"/>
                        </a:spcAft>
                        <a:tabLst>
                          <a:tab pos="228600" algn="l"/>
                        </a:tabLst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Peripheral microscopy centers and PHCs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6424587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457200" marR="0" indent="-228600" algn="just">
                        <a:spcAft>
                          <a:spcPts val="120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>
                          <a:effectLst/>
                        </a:rPr>
                        <a:t>Cost ​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0" indent="-228600" algn="just">
                        <a:spcAft>
                          <a:spcPts val="120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>
                          <a:effectLst/>
                        </a:rPr>
                        <a:t>Instrument: ≤US$ 2,000​</a:t>
                      </a:r>
                      <a:endParaRPr lang="en-US" sz="1800">
                        <a:effectLst/>
                      </a:endParaRPr>
                    </a:p>
                    <a:p>
                      <a:pPr marL="457200" marR="0" indent="-228600" algn="just">
                        <a:spcAft>
                          <a:spcPts val="120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>
                          <a:effectLst/>
                        </a:rPr>
                        <a:t>Test: ≤US$ 6 (Optimal = ≤US$ 4)​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777927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457200" marR="0" indent="-228600" algn="just">
                        <a:spcAft>
                          <a:spcPts val="120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>
                          <a:effectLst/>
                        </a:rPr>
                        <a:t>Performance​</a:t>
                      </a:r>
                    </a:p>
                    <a:p>
                      <a:pPr marL="457200" marR="0" indent="-228600" algn="just">
                        <a:spcAft>
                          <a:spcPts val="120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(sensitivity)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0" indent="-228600" algn="just">
                        <a:spcAft>
                          <a:spcPts val="120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 b="1">
                          <a:effectLst/>
                        </a:rPr>
                        <a:t>85% (Sputum)​</a:t>
                      </a:r>
                      <a:endParaRPr lang="en-US" sz="1800" b="1">
                        <a:effectLst/>
                      </a:endParaRPr>
                    </a:p>
                    <a:p>
                      <a:pPr marL="457200" marR="0" indent="-228600" algn="just">
                        <a:spcAft>
                          <a:spcPts val="120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 b="1">
                          <a:effectLst/>
                        </a:rPr>
                        <a:t>75% (Non-sputum)​</a:t>
                      </a:r>
                      <a:endParaRPr lang="en-US" sz="1800" b="1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239647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457200" marR="0" indent="-228600" algn="just">
                        <a:spcAft>
                          <a:spcPts val="120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>
                          <a:effectLst/>
                        </a:rPr>
                        <a:t>Time to result​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0" indent="-228600" algn="just">
                        <a:spcAft>
                          <a:spcPts val="1200"/>
                        </a:spcAft>
                        <a:tabLst>
                          <a:tab pos="457200" algn="l"/>
                        </a:tabLst>
                      </a:pPr>
                      <a:r>
                        <a:rPr lang="en-US" sz="1600">
                          <a:effectLst/>
                        </a:rPr>
                        <a:t>&lt;60 mins (Optimal ±15 mins)​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4851653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53C9D-7EAE-B271-D2F3-D08BB440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5478" y="1455923"/>
            <a:ext cx="4886255" cy="1633786"/>
          </a:xfrm>
        </p:spPr>
        <p:txBody>
          <a:bodyPr vert="horz" lIns="0" tIns="0" rIns="0" bIns="0" rtlCol="0" anchor="t">
            <a:noAutofit/>
          </a:bodyPr>
          <a:lstStyle/>
          <a:p>
            <a:pPr algn="ctr"/>
            <a:r>
              <a:rPr lang="en-US" sz="2400" dirty="0">
                <a:latin typeface="Arial"/>
                <a:ea typeface="Arial" panose="020B0604020202020204" pitchFamily="34" charset="0"/>
                <a:cs typeface="Arial"/>
              </a:rPr>
              <a:t>Likely to </a:t>
            </a:r>
            <a:r>
              <a:rPr lang="en-US" sz="2400" b="1" dirty="0">
                <a:effectLst/>
                <a:latin typeface="Arial"/>
                <a:ea typeface="Arial" panose="020B0604020202020204" pitchFamily="34" charset="0"/>
                <a:cs typeface="Arial"/>
              </a:rPr>
              <a:t>reach &lt;US$ 4 per assay and &lt;US$ 1,000 per instrument(s</a:t>
            </a:r>
            <a:r>
              <a:rPr lang="en-US" sz="2400" b="1" dirty="0">
                <a:latin typeface="Arial"/>
                <a:ea typeface="Arial" panose="020B0604020202020204" pitchFamily="34" charset="0"/>
                <a:cs typeface="Arial"/>
              </a:rPr>
              <a:t>) </a:t>
            </a:r>
            <a:r>
              <a:rPr lang="en-US" sz="2400" dirty="0">
                <a:latin typeface="Arial"/>
                <a:ea typeface="Arial" panose="020B0604020202020204" pitchFamily="34" charset="0"/>
                <a:cs typeface="Arial"/>
              </a:rPr>
              <a:t>within GC8.</a:t>
            </a:r>
            <a:endParaRPr lang="en-US" sz="24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708550-51BF-5C34-094A-28B6231B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81" y="549220"/>
            <a:ext cx="11471638" cy="468000"/>
          </a:xfrm>
        </p:spPr>
        <p:txBody>
          <a:bodyPr/>
          <a:lstStyle/>
          <a:p>
            <a:r>
              <a:rPr lang="en-US" sz="2800" dirty="0"/>
              <a:t>WHO Target Product Profile for TB NPOC diagnostics</a:t>
            </a:r>
            <a:br>
              <a:rPr lang="en-US" dirty="0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99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9E74CE-06BF-C198-4425-EF200C10F19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95063" y="6203950"/>
            <a:ext cx="896937" cy="36512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9E2BE927-25C7-4379-86F1-C17ED9D2A7F2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EBD58E-B08B-905C-DC30-53ADFB65C01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3850" y="205033"/>
            <a:ext cx="9648825" cy="468313"/>
          </a:xfrm>
        </p:spPr>
        <p:txBody>
          <a:bodyPr anchor="t">
            <a:normAutofit/>
          </a:bodyPr>
          <a:lstStyle/>
          <a:p>
            <a:r>
              <a:rPr lang="en-US"/>
              <a:t>The Pipeline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7781B9-4E7A-197B-2FF1-2D125D27CE76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44" y="673346"/>
            <a:ext cx="9929646" cy="5511307"/>
          </a:xfr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A25A2D-942A-9A5A-C7BE-9EDC1BAF8779}"/>
              </a:ext>
            </a:extLst>
          </p:cNvPr>
          <p:cNvSpPr txBox="1"/>
          <p:nvPr/>
        </p:nvSpPr>
        <p:spPr>
          <a:xfrm>
            <a:off x="302979" y="6184653"/>
            <a:ext cx="1147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b="1" i="0" u="none" strike="noStrike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 least three manufacturers could enter the market in the next 18 months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9AD682-1A49-D38C-1E55-DF4CB330B9CB}"/>
              </a:ext>
            </a:extLst>
          </p:cNvPr>
          <p:cNvSpPr/>
          <p:nvPr/>
        </p:nvSpPr>
        <p:spPr>
          <a:xfrm>
            <a:off x="8793111" y="2775155"/>
            <a:ext cx="1828800" cy="130769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86919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96FE54-5557-63D7-7D2B-2B65DE43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6</a:t>
            </a:fld>
            <a:endParaRPr lang="en-US"/>
          </a:p>
        </p:txBody>
      </p:sp>
      <p:pic>
        <p:nvPicPr>
          <p:cNvPr id="10" name="Content Placeholder 9" descr="A white machine with red arrows&#10;&#10;Description automatically generated">
            <a:extLst>
              <a:ext uri="{FF2B5EF4-FFF2-40B4-BE49-F238E27FC236}">
                <a16:creationId xmlns:a16="http://schemas.microsoft.com/office/drawing/2014/main" id="{F5007965-B904-482A-D0EC-1C776A8FB291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7647" y="4513495"/>
            <a:ext cx="9070020" cy="1693838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3D2B8FC-94FE-26B1-8A81-3CE71AD6E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81" y="505974"/>
            <a:ext cx="11471638" cy="718519"/>
          </a:xfrm>
        </p:spPr>
        <p:txBody>
          <a:bodyPr/>
          <a:lstStyle/>
          <a:p>
            <a:r>
              <a:rPr lang="en-US" sz="2800"/>
              <a:t>First in-class, </a:t>
            </a:r>
            <a:r>
              <a:rPr lang="en-US" sz="2800" err="1"/>
              <a:t>Pluslife</a:t>
            </a:r>
            <a:r>
              <a:rPr lang="en-US" sz="2800"/>
              <a:t> MiniDock MTB test with ERP-D approval for Sputum as sample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A6A1D1-B917-EFE5-5394-20D13ACDF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465139"/>
              </p:ext>
            </p:extLst>
          </p:nvPr>
        </p:nvGraphicFramePr>
        <p:xfrm>
          <a:off x="3655470" y="1708500"/>
          <a:ext cx="8168640" cy="2332181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2774236735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953394590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2466095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Pluslife MTB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Specificity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865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Tongue Swab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758896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1"/>
                          </a:solidFill>
                        </a:rPr>
                        <a:t>Sputum Swab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1"/>
                          </a:solidFill>
                        </a:rPr>
                        <a:t>81.2%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1"/>
                          </a:solidFill>
                        </a:rPr>
                        <a:t>97.4%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28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/>
                        <a:t>COMPARATOR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8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Sputum 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258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2"/>
                          </a:solidFill>
                        </a:rPr>
                        <a:t>Sputum Smear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2"/>
                          </a:solidFill>
                        </a:rPr>
                        <a:t>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99.9%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29143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3D4580-7357-3360-0984-50C78AD93441}"/>
              </a:ext>
            </a:extLst>
          </p:cNvPr>
          <p:cNvSpPr txBox="1"/>
          <p:nvPr/>
        </p:nvSpPr>
        <p:spPr>
          <a:xfrm>
            <a:off x="3665879" y="4124073"/>
            <a:ext cx="797387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>
                <a:cs typeface="Arial"/>
              </a:rPr>
              <a:t>People &gt;12yrs with presumed TB. Data presented at ASLM ECHO Session. </a:t>
            </a:r>
            <a:endParaRPr lang="en-US" sz="1600" i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52D53-EFFF-1A69-8CD9-86F4F8FE5D7F}"/>
              </a:ext>
            </a:extLst>
          </p:cNvPr>
          <p:cNvSpPr/>
          <p:nvPr/>
        </p:nvSpPr>
        <p:spPr>
          <a:xfrm>
            <a:off x="3655470" y="2472813"/>
            <a:ext cx="8168640" cy="49161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09871E-0466-44A0-0614-972A46AC33C0}"/>
              </a:ext>
            </a:extLst>
          </p:cNvPr>
          <p:cNvSpPr txBox="1"/>
          <p:nvPr/>
        </p:nvSpPr>
        <p:spPr>
          <a:xfrm>
            <a:off x="2189433" y="6379398"/>
            <a:ext cx="11919857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/>
              <a:t>For more info check ECHO Session August 2025 “</a:t>
            </a:r>
            <a:r>
              <a:rPr lang="en-US" sz="1400" b="1">
                <a:hlinkClick r:id="rId4"/>
              </a:rPr>
              <a:t>Non-sputum-based tests to close the diagnostic gap for TB</a:t>
            </a:r>
            <a:r>
              <a:rPr lang="en-US" sz="1400" b="1"/>
              <a:t>” </a:t>
            </a:r>
            <a:endParaRPr lang="en-US" sz="1400" b="1">
              <a:cs typeface="Arial"/>
            </a:endParaRPr>
          </a:p>
          <a:p>
            <a:endParaRPr lang="en-US" sz="1400">
              <a:cs typeface="Arial"/>
            </a:endParaRPr>
          </a:p>
        </p:txBody>
      </p:sp>
      <p:pic>
        <p:nvPicPr>
          <p:cNvPr id="1026" name="Picture 2" descr="No alternative text description for this image">
            <a:extLst>
              <a:ext uri="{FF2B5EF4-FFF2-40B4-BE49-F238E27FC236}">
                <a16:creationId xmlns:a16="http://schemas.microsoft.com/office/drawing/2014/main" id="{FF219712-A40C-5263-50D3-C061CBD99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81" y="2134193"/>
            <a:ext cx="3040823" cy="2025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804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5DCA52-0BFE-6059-E88F-E233217DF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7951" y="6199639"/>
            <a:ext cx="897300" cy="365125"/>
          </a:xfrm>
        </p:spPr>
        <p:txBody>
          <a:bodyPr/>
          <a:lstStyle/>
          <a:p>
            <a:fld id="{9E2BE927-25C7-4379-86F1-C17ED9D2A7F2}" type="slidenum">
              <a:rPr lang="en-US" smtClean="0"/>
              <a:t>7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0D1704-F635-C852-07F3-75C19D589E7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156966" y="1492844"/>
            <a:ext cx="5663596" cy="2687944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/>
              <a:t>2. Limitations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>
                <a:latin typeface="+mn-lt"/>
              </a:rPr>
              <a:t>Does </a:t>
            </a:r>
            <a:r>
              <a:rPr lang="en-US" sz="1800" b="1">
                <a:latin typeface="+mn-lt"/>
              </a:rPr>
              <a:t>NOT currently have DST </a:t>
            </a:r>
            <a:r>
              <a:rPr lang="en-US" sz="1800">
                <a:latin typeface="+mn-lt"/>
              </a:rPr>
              <a:t>and therefore will not replace current molecular diagnostic tests offering DST.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>
                <a:latin typeface="+mn-lt"/>
              </a:rPr>
              <a:t>Has multiplexing capabilities. It has 12 other tests available including for </a:t>
            </a:r>
            <a:r>
              <a:rPr lang="en-US" sz="1800" i="1" err="1">
                <a:latin typeface="+mn-lt"/>
              </a:rPr>
              <a:t>MPox</a:t>
            </a:r>
            <a:r>
              <a:rPr lang="en-US" sz="1800" i="1">
                <a:latin typeface="+mn-lt"/>
              </a:rPr>
              <a:t>, HPV, SARS-CoV-2, Strep A, Pertussis, Legionella, Flu A/Flu B/RSV</a:t>
            </a:r>
            <a:r>
              <a:rPr lang="en-US" sz="1800">
                <a:latin typeface="+mn-lt"/>
              </a:rPr>
              <a:t>, </a:t>
            </a:r>
            <a:r>
              <a:rPr lang="en-US" sz="1800" b="1">
                <a:latin typeface="+mn-lt"/>
              </a:rPr>
              <a:t>however none are WHO PQed or ERPD approved yet.</a:t>
            </a:r>
            <a:endParaRPr lang="en-US" sz="1800" b="1">
              <a:latin typeface="+mn-lt"/>
              <a:cs typeface="Arial"/>
            </a:endParaRPr>
          </a:p>
          <a:p>
            <a:pPr marL="0" indent="0">
              <a:buNone/>
            </a:pPr>
            <a:endParaRPr lang="en-US">
              <a:latin typeface="+mn-lt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47175AD-E67F-D26E-E211-C78915EDA9E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1438" y="1455468"/>
            <a:ext cx="5711216" cy="2725320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/>
              <a:t>1. Core Capabilities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652D5E9-EECB-6FB5-448B-2089F2C1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47" y="538390"/>
            <a:ext cx="11471638" cy="468000"/>
          </a:xfrm>
        </p:spPr>
        <p:txBody>
          <a:bodyPr/>
          <a:lstStyle/>
          <a:p>
            <a:r>
              <a:rPr lang="en-US" dirty="0"/>
              <a:t>Understanding the </a:t>
            </a:r>
            <a:r>
              <a:rPr lang="en-US" dirty="0" err="1"/>
              <a:t>MiniDock</a:t>
            </a:r>
            <a:r>
              <a:rPr lang="en-US" dirty="0"/>
              <a:t> MTB test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BF580005-16C7-B217-8C98-0CDBA54039D3}"/>
              </a:ext>
            </a:extLst>
          </p:cNvPr>
          <p:cNvSpPr txBox="1">
            <a:spLocks/>
          </p:cNvSpPr>
          <p:nvPr/>
        </p:nvSpPr>
        <p:spPr>
          <a:xfrm>
            <a:off x="421147" y="4340817"/>
            <a:ext cx="11702040" cy="204138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2925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3. Operational requirements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1800">
                <a:latin typeface="+mn-lt"/>
                <a:cs typeface="Arial"/>
              </a:rPr>
              <a:t>Requires electricity for recharging: Two separate batteries needed for both lysis machine (12V) and MTB MiniDock platform at an additional cost.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1800">
                <a:latin typeface="+mn-lt"/>
                <a:cs typeface="Arial"/>
              </a:rPr>
              <a:t>Sample transportation needed if no DST available on site.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1800">
                <a:latin typeface="+mn-lt"/>
              </a:rPr>
              <a:t>Company is working on digital/app to link results to electronic systems – will require additional costs.</a:t>
            </a:r>
            <a:endParaRPr lang="en-US" sz="1800">
              <a:latin typeface="+mn-lt"/>
              <a:cs typeface="Arial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>
              <a:latin typeface="+mn-lt"/>
              <a:cs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065FD7E1-3AB0-3A79-A90B-A3844C703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715" y="1761625"/>
            <a:ext cx="307196" cy="30719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0E91F1-EDFB-1246-ECE4-E19F51CEF9F1}"/>
              </a:ext>
            </a:extLst>
          </p:cNvPr>
          <p:cNvSpPr txBox="1"/>
          <p:nvPr/>
        </p:nvSpPr>
        <p:spPr>
          <a:xfrm flipH="1">
            <a:off x="895790" y="1776723"/>
            <a:ext cx="502840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Is a rapid molecular test for TB, complimentary to current tests.</a:t>
            </a:r>
          </a:p>
        </p:txBody>
      </p:sp>
      <p:pic>
        <p:nvPicPr>
          <p:cNvPr id="16" name="Graphic 15" descr="Traffic light with solid fill">
            <a:extLst>
              <a:ext uri="{FF2B5EF4-FFF2-40B4-BE49-F238E27FC236}">
                <a16:creationId xmlns:a16="http://schemas.microsoft.com/office/drawing/2014/main" id="{67D69372-2B07-6568-140D-50FD89503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0554" y="2374978"/>
            <a:ext cx="469961" cy="4699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B6A7CB-A548-97E0-0C58-87244074BD21}"/>
              </a:ext>
            </a:extLst>
          </p:cNvPr>
          <p:cNvSpPr txBox="1"/>
          <p:nvPr/>
        </p:nvSpPr>
        <p:spPr>
          <a:xfrm flipH="1">
            <a:off x="895790" y="2355904"/>
            <a:ext cx="453248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Provides a traffic light signal (</a:t>
            </a:r>
            <a:r>
              <a:rPr lang="en-US" b="1">
                <a:solidFill>
                  <a:schemeClr val="accent4"/>
                </a:solidFill>
              </a:rPr>
              <a:t>Green</a:t>
            </a:r>
            <a:r>
              <a:rPr lang="en-US"/>
              <a:t>- Yes for TB, </a:t>
            </a:r>
            <a:r>
              <a:rPr lang="en-US" b="1">
                <a:solidFill>
                  <a:schemeClr val="accent1"/>
                </a:solidFill>
              </a:rPr>
              <a:t>Red</a:t>
            </a:r>
            <a:r>
              <a:rPr lang="en-US"/>
              <a:t>-No for TB, No color-Invalid result).</a:t>
            </a:r>
          </a:p>
        </p:txBody>
      </p:sp>
      <p:pic>
        <p:nvPicPr>
          <p:cNvPr id="19" name="Graphic 18" descr="Disconnected with solid fill">
            <a:extLst>
              <a:ext uri="{FF2B5EF4-FFF2-40B4-BE49-F238E27FC236}">
                <a16:creationId xmlns:a16="http://schemas.microsoft.com/office/drawing/2014/main" id="{35142B68-44B1-908A-D686-5469A77617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9736" y="3030383"/>
            <a:ext cx="580242" cy="58024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6C9A04B-F34B-17EF-7AB9-DEE583148FE2}"/>
              </a:ext>
            </a:extLst>
          </p:cNvPr>
          <p:cNvSpPr txBox="1"/>
          <p:nvPr/>
        </p:nvSpPr>
        <p:spPr>
          <a:xfrm flipH="1">
            <a:off x="895790" y="3074641"/>
            <a:ext cx="43678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Two-step process requiring lysis (separate platform) and the MiniDock test reader.</a:t>
            </a:r>
          </a:p>
        </p:txBody>
      </p:sp>
      <p:pic>
        <p:nvPicPr>
          <p:cNvPr id="22" name="Graphic 21" descr="Stopwatch with solid fill">
            <a:extLst>
              <a:ext uri="{FF2B5EF4-FFF2-40B4-BE49-F238E27FC236}">
                <a16:creationId xmlns:a16="http://schemas.microsoft.com/office/drawing/2014/main" id="{34D49632-2AC3-3266-FCA3-288CADDD2A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38" y="3744825"/>
            <a:ext cx="449077" cy="44907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F6B1A1E-8AF3-577A-CA8C-4E24ED99A740}"/>
              </a:ext>
            </a:extLst>
          </p:cNvPr>
          <p:cNvSpPr txBox="1"/>
          <p:nvPr/>
        </p:nvSpPr>
        <p:spPr>
          <a:xfrm flipH="1">
            <a:off x="914796" y="3830863"/>
            <a:ext cx="403225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Can run up to 8 hours on battery.</a:t>
            </a:r>
          </a:p>
        </p:txBody>
      </p:sp>
    </p:spTree>
    <p:extLst>
      <p:ext uri="{BB962C8B-B14F-4D97-AF65-F5344CB8AC3E}">
        <p14:creationId xmlns:p14="http://schemas.microsoft.com/office/powerpoint/2010/main" val="648076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ADC3AC-5E3E-716A-5750-1C2A6E66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EB1A9-61E2-60FA-3D3F-E4650D6571E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8519" y="1736490"/>
            <a:ext cx="3235331" cy="337446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u="sng"/>
              <a:t>1. Access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0E8848-D23D-F00D-B6D6-2513DE4AD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890" y="475200"/>
            <a:ext cx="11471638" cy="468000"/>
          </a:xfrm>
        </p:spPr>
        <p:txBody>
          <a:bodyPr/>
          <a:lstStyle/>
          <a:p>
            <a:r>
              <a:rPr lang="en-US"/>
              <a:t>NPOC is not just a tool-it’s a new approach</a:t>
            </a:r>
          </a:p>
        </p:txBody>
      </p:sp>
      <p:pic>
        <p:nvPicPr>
          <p:cNvPr id="7" name="Graphic 6" descr="Cycle with people with solid fill">
            <a:extLst>
              <a:ext uri="{FF2B5EF4-FFF2-40B4-BE49-F238E27FC236}">
                <a16:creationId xmlns:a16="http://schemas.microsoft.com/office/drawing/2014/main" id="{DFC0E20D-4E25-CA24-A3BB-195C353D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9211" y="1998639"/>
            <a:ext cx="1933184" cy="1933184"/>
          </a:xfrm>
          <a:prstGeom prst="rect">
            <a:avLst/>
          </a:prstGeom>
        </p:spPr>
      </p:pic>
      <p:pic>
        <p:nvPicPr>
          <p:cNvPr id="9" name="Graphic 8" descr="Clipboard Badge with solid fill">
            <a:extLst>
              <a:ext uri="{FF2B5EF4-FFF2-40B4-BE49-F238E27FC236}">
                <a16:creationId xmlns:a16="http://schemas.microsoft.com/office/drawing/2014/main" id="{26148EA3-C2E9-237B-6CD1-F96F2EDE7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3751" y="2251556"/>
            <a:ext cx="1427351" cy="1427351"/>
          </a:xfrm>
          <a:prstGeom prst="rect">
            <a:avLst/>
          </a:prstGeom>
        </p:spPr>
      </p:pic>
      <p:pic>
        <p:nvPicPr>
          <p:cNvPr id="11" name="Graphic 10" descr="Coins with solid fill">
            <a:extLst>
              <a:ext uri="{FF2B5EF4-FFF2-40B4-BE49-F238E27FC236}">
                <a16:creationId xmlns:a16="http://schemas.microsoft.com/office/drawing/2014/main" id="{AE515F13-0674-788D-1F5F-B4F18E2D7F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57279" y="2068627"/>
            <a:ext cx="1638823" cy="163882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5C74E6B-2D1C-0833-90A1-D004459E5417}"/>
              </a:ext>
            </a:extLst>
          </p:cNvPr>
          <p:cNvSpPr txBox="1">
            <a:spLocks/>
          </p:cNvSpPr>
          <p:nvPr/>
        </p:nvSpPr>
        <p:spPr>
          <a:xfrm>
            <a:off x="4595306" y="1752723"/>
            <a:ext cx="3235331" cy="3374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2925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u="sng"/>
              <a:t>2. Quality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5C50A9F-E6A5-274F-23F8-50D2DEA14360}"/>
              </a:ext>
            </a:extLst>
          </p:cNvPr>
          <p:cNvSpPr txBox="1">
            <a:spLocks/>
          </p:cNvSpPr>
          <p:nvPr/>
        </p:nvSpPr>
        <p:spPr>
          <a:xfrm>
            <a:off x="8408779" y="1731181"/>
            <a:ext cx="3235331" cy="3374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80000" indent="-18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2925" indent="-1809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4375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u="sng" dirty="0"/>
              <a:t>3. Cost </a:t>
            </a:r>
            <a:r>
              <a:rPr lang="en-US" sz="2400" u="sng" dirty="0" err="1"/>
              <a:t>containement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CF9CCC-A435-0621-203B-1CC182474273}"/>
              </a:ext>
            </a:extLst>
          </p:cNvPr>
          <p:cNvSpPr txBox="1"/>
          <p:nvPr/>
        </p:nvSpPr>
        <p:spPr>
          <a:xfrm>
            <a:off x="376002" y="3909722"/>
            <a:ext cx="3930694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/>
              <a:t>Decentralization to PHC levels </a:t>
            </a:r>
            <a:r>
              <a:rPr lang="en-US" sz="2000"/>
              <a:t>will increase access to communities and allow for potential </a:t>
            </a:r>
            <a:r>
              <a:rPr lang="en-US" sz="2000" b="1"/>
              <a:t>same-day </a:t>
            </a:r>
            <a:r>
              <a:rPr lang="en-US" sz="2000"/>
              <a:t>treatment initiation.</a:t>
            </a:r>
          </a:p>
          <a:p>
            <a:pPr algn="ctr"/>
            <a:r>
              <a:rPr lang="en-US" sz="2000" b="1"/>
              <a:t>Tongue swabs are beneficial for children and PLHIV </a:t>
            </a:r>
            <a:r>
              <a:rPr lang="en-US" sz="2000"/>
              <a:t>who struggle to produce sputum</a:t>
            </a:r>
            <a:r>
              <a:rPr lang="en-US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76614-B874-5B27-2891-226D1C913CBA}"/>
              </a:ext>
            </a:extLst>
          </p:cNvPr>
          <p:cNvSpPr txBox="1"/>
          <p:nvPr/>
        </p:nvSpPr>
        <p:spPr>
          <a:xfrm>
            <a:off x="4883917" y="3965256"/>
            <a:ext cx="3068875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/>
              <a:t>Replacement of diagnostic smear microscopy </a:t>
            </a:r>
            <a:r>
              <a:rPr lang="en-US" sz="2000"/>
              <a:t>with molecular tests will improve the quality of TB diagnostics</a:t>
            </a:r>
            <a:r>
              <a:rPr lang="en-US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95F8B6-B82B-C007-E998-60136440BA86}"/>
              </a:ext>
            </a:extLst>
          </p:cNvPr>
          <p:cNvSpPr txBox="1"/>
          <p:nvPr/>
        </p:nvSpPr>
        <p:spPr>
          <a:xfrm>
            <a:off x="8575235" y="3878291"/>
            <a:ext cx="3068875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b="1"/>
              <a:t>Reduce cartridge costs </a:t>
            </a:r>
            <a:r>
              <a:rPr lang="en-US" sz="2000"/>
              <a:t>by using NPOCs as an initial test. Positive samples requiring drug sensitivity testing, globally estimated at approx. 10% of WRD tests.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CE07099-241E-283A-B5ED-5C824FA6A279}"/>
              </a:ext>
            </a:extLst>
          </p:cNvPr>
          <p:cNvCxnSpPr>
            <a:cxnSpLocks/>
          </p:cNvCxnSpPr>
          <p:nvPr/>
        </p:nvCxnSpPr>
        <p:spPr>
          <a:xfrm>
            <a:off x="4595306" y="1623449"/>
            <a:ext cx="0" cy="49456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EA6A4D-9F2A-7421-78FD-6D172E06B80B}"/>
              </a:ext>
            </a:extLst>
          </p:cNvPr>
          <p:cNvCxnSpPr>
            <a:cxnSpLocks/>
          </p:cNvCxnSpPr>
          <p:nvPr/>
        </p:nvCxnSpPr>
        <p:spPr>
          <a:xfrm>
            <a:off x="8264013" y="1661166"/>
            <a:ext cx="0" cy="49456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22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7CCF4F-9D53-4160-B1E7-D55073539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655" y="1917280"/>
            <a:ext cx="4054800" cy="4011005"/>
          </a:xfrm>
        </p:spPr>
        <p:txBody>
          <a:bodyPr/>
          <a:lstStyle/>
          <a:p>
            <a:pPr marL="0" indent="0">
              <a:buNone/>
            </a:pPr>
            <a:r>
              <a:rPr lang="en-US" sz="1800"/>
              <a:t>Challenges and approach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/>
              <a:t>Cost:  </a:t>
            </a:r>
            <a:r>
              <a:rPr lang="en-US" sz="1800">
                <a:latin typeface="+mn-lt"/>
              </a:rPr>
              <a:t>Placed in existing Low-Complexity (LC) </a:t>
            </a:r>
            <a:r>
              <a:rPr lang="en-US" sz="1800" err="1">
                <a:latin typeface="+mn-lt"/>
              </a:rPr>
              <a:t>aNAAT</a:t>
            </a:r>
            <a:r>
              <a:rPr lang="en-US" sz="1800">
                <a:latin typeface="+mn-lt"/>
              </a:rPr>
              <a:t> sites. Becomes initial diagnostic test, reflex testing positive samples in LC-</a:t>
            </a:r>
            <a:r>
              <a:rPr lang="en-US" sz="1800" err="1">
                <a:latin typeface="+mn-lt"/>
              </a:rPr>
              <a:t>aNAAT</a:t>
            </a:r>
            <a:r>
              <a:rPr lang="en-US" sz="1800">
                <a:latin typeface="+mn-lt"/>
              </a:rPr>
              <a:t> or high throughput technologies for drug sensitivity testing.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/>
              <a:t>Coverage of WRD: </a:t>
            </a:r>
            <a:r>
              <a:rPr lang="en-US" sz="1800">
                <a:latin typeface="+mn-lt"/>
              </a:rPr>
              <a:t>Replacement of diagnostic sputum microscopy, placed at microscopy sites (for diagnosis).</a:t>
            </a:r>
            <a:endParaRPr lang="en-US" sz="1800">
              <a:cs typeface="Arial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/>
              <a:t>Improved access: </a:t>
            </a:r>
            <a:r>
              <a:rPr lang="en-US" sz="1800">
                <a:latin typeface="+mn-lt"/>
              </a:rPr>
              <a:t>Decentralization to PHC levels, increasing access to communities.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E0001E-67F4-4E15-84BC-6F055A65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D3C4F3-681E-42C9-BDD7-10347BC41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can NPOCs add the Most Value?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0F3B25-3C60-4756-850F-1E16A1EDC3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9639" y="958224"/>
            <a:ext cx="11471999" cy="468000"/>
          </a:xfrm>
        </p:spPr>
        <p:txBody>
          <a:bodyPr/>
          <a:lstStyle/>
          <a:p>
            <a:r>
              <a:rPr lang="en-US" sz="2400"/>
              <a:t>The goal is to solve persistent barriers to TB Diagnosis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AC0F72EB-CAD4-42B4-9C17-389DF620AE5E}"/>
              </a:ext>
            </a:extLst>
          </p:cNvPr>
          <p:cNvSpPr/>
          <p:nvPr/>
        </p:nvSpPr>
        <p:spPr>
          <a:xfrm>
            <a:off x="7502591" y="2129715"/>
            <a:ext cx="3571037" cy="3798570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6D15339-4D58-48D4-87C3-CFB49A1E4061}"/>
              </a:ext>
            </a:extLst>
          </p:cNvPr>
          <p:cNvSpPr/>
          <p:nvPr/>
        </p:nvSpPr>
        <p:spPr>
          <a:xfrm rot="10800000">
            <a:off x="7503593" y="2129715"/>
            <a:ext cx="3571037" cy="3798570"/>
          </a:xfrm>
          <a:prstGeom prst="triangle">
            <a:avLst/>
          </a:prstGeom>
          <a:solidFill>
            <a:schemeClr val="accent5">
              <a:lumMod val="20000"/>
              <a:lumOff val="80000"/>
              <a:alpha val="4196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C99EE85-C2B3-4392-B6C0-028440C072C8}"/>
              </a:ext>
            </a:extLst>
          </p:cNvPr>
          <p:cNvSpPr/>
          <p:nvPr/>
        </p:nvSpPr>
        <p:spPr>
          <a:xfrm>
            <a:off x="7520439" y="5246833"/>
            <a:ext cx="3571037" cy="681452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DF6BFA-A0A3-4826-BCBB-C4D313BAF0A1}"/>
              </a:ext>
            </a:extLst>
          </p:cNvPr>
          <p:cNvSpPr/>
          <p:nvPr/>
        </p:nvSpPr>
        <p:spPr>
          <a:xfrm>
            <a:off x="7474681" y="5836845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774696-DA38-452C-AD95-0618B20ECAE8}"/>
              </a:ext>
            </a:extLst>
          </p:cNvPr>
          <p:cNvSpPr/>
          <p:nvPr/>
        </p:nvSpPr>
        <p:spPr>
          <a:xfrm>
            <a:off x="8158095" y="5836845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AD5EBF-B76F-4D4C-86DC-04A28ECE09FD}"/>
              </a:ext>
            </a:extLst>
          </p:cNvPr>
          <p:cNvSpPr/>
          <p:nvPr/>
        </p:nvSpPr>
        <p:spPr>
          <a:xfrm>
            <a:off x="8841509" y="5836845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26C9A1-442E-4F5B-A178-BBA59E428D4C}"/>
              </a:ext>
            </a:extLst>
          </p:cNvPr>
          <p:cNvSpPr/>
          <p:nvPr/>
        </p:nvSpPr>
        <p:spPr>
          <a:xfrm>
            <a:off x="9524923" y="5836845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E4B6550-E542-4330-8B6E-C6082BE45A84}"/>
              </a:ext>
            </a:extLst>
          </p:cNvPr>
          <p:cNvSpPr/>
          <p:nvPr/>
        </p:nvSpPr>
        <p:spPr>
          <a:xfrm>
            <a:off x="10208337" y="5836845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A6190F3-BBED-4328-9BEE-DD350CF2F85F}"/>
              </a:ext>
            </a:extLst>
          </p:cNvPr>
          <p:cNvSpPr/>
          <p:nvPr/>
        </p:nvSpPr>
        <p:spPr>
          <a:xfrm>
            <a:off x="10891750" y="5836845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107BE-DF2F-401D-8AED-A59A973E7C95}"/>
              </a:ext>
            </a:extLst>
          </p:cNvPr>
          <p:cNvSpPr/>
          <p:nvPr/>
        </p:nvSpPr>
        <p:spPr>
          <a:xfrm>
            <a:off x="7501589" y="5160907"/>
            <a:ext cx="843280" cy="415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Primary Care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8CA228-57AD-40AD-BC81-47C416B25632}"/>
              </a:ext>
            </a:extLst>
          </p:cNvPr>
          <p:cNvSpPr/>
          <p:nvPr/>
        </p:nvSpPr>
        <p:spPr>
          <a:xfrm>
            <a:off x="8879409" y="5160907"/>
            <a:ext cx="843280" cy="415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Primary Care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BCAB06-605C-4CFA-93AE-824A40F6A397}"/>
              </a:ext>
            </a:extLst>
          </p:cNvPr>
          <p:cNvSpPr/>
          <p:nvPr/>
        </p:nvSpPr>
        <p:spPr>
          <a:xfrm>
            <a:off x="10197693" y="5160907"/>
            <a:ext cx="843280" cy="415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Primary Care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F3970DF-EE38-4969-B8D1-60EB63E4DBF4}"/>
              </a:ext>
            </a:extLst>
          </p:cNvPr>
          <p:cNvSpPr/>
          <p:nvPr/>
        </p:nvSpPr>
        <p:spPr>
          <a:xfrm>
            <a:off x="8257650" y="4009189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5FAF2CD-D550-4640-B138-CAAB5CF33C58}"/>
              </a:ext>
            </a:extLst>
          </p:cNvPr>
          <p:cNvSpPr/>
          <p:nvPr/>
        </p:nvSpPr>
        <p:spPr>
          <a:xfrm>
            <a:off x="9209609" y="4009189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3CE711B-D783-4439-962F-230ACB63BAFA}"/>
              </a:ext>
            </a:extLst>
          </p:cNvPr>
          <p:cNvSpPr/>
          <p:nvPr/>
        </p:nvSpPr>
        <p:spPr>
          <a:xfrm>
            <a:off x="10161568" y="4009189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E8629E1-62D9-4C5E-B021-B9DB66D609D7}"/>
              </a:ext>
            </a:extLst>
          </p:cNvPr>
          <p:cNvSpPr/>
          <p:nvPr/>
        </p:nvSpPr>
        <p:spPr>
          <a:xfrm>
            <a:off x="7864825" y="5026077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E1F4AB0-B3A0-478C-943B-7E39D635F4FC}"/>
              </a:ext>
            </a:extLst>
          </p:cNvPr>
          <p:cNvSpPr/>
          <p:nvPr/>
        </p:nvSpPr>
        <p:spPr>
          <a:xfrm>
            <a:off x="8530246" y="5026077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491C69B-33B5-49F7-9FAA-A5F4F25436F0}"/>
              </a:ext>
            </a:extLst>
          </p:cNvPr>
          <p:cNvSpPr/>
          <p:nvPr/>
        </p:nvSpPr>
        <p:spPr>
          <a:xfrm>
            <a:off x="9214517" y="5026077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744FEAE-6584-4D35-B17C-3E88D4791339}"/>
              </a:ext>
            </a:extLst>
          </p:cNvPr>
          <p:cNvSpPr/>
          <p:nvPr/>
        </p:nvSpPr>
        <p:spPr>
          <a:xfrm>
            <a:off x="9861088" y="5026077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1469CFA-8C6A-437D-A135-11EFD911E99C}"/>
              </a:ext>
            </a:extLst>
          </p:cNvPr>
          <p:cNvSpPr/>
          <p:nvPr/>
        </p:nvSpPr>
        <p:spPr>
          <a:xfrm>
            <a:off x="10526509" y="5026077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DF959D-996A-40C2-88CA-92976D1C8D05}"/>
              </a:ext>
            </a:extLst>
          </p:cNvPr>
          <p:cNvSpPr/>
          <p:nvPr/>
        </p:nvSpPr>
        <p:spPr>
          <a:xfrm>
            <a:off x="8887379" y="4204853"/>
            <a:ext cx="843280" cy="415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District Lab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ABE037-0808-46FC-9E5B-E3AD8D073FA1}"/>
              </a:ext>
            </a:extLst>
          </p:cNvPr>
          <p:cNvSpPr/>
          <p:nvPr/>
        </p:nvSpPr>
        <p:spPr>
          <a:xfrm>
            <a:off x="9831368" y="4204853"/>
            <a:ext cx="843280" cy="415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District Lab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A7DE6B7-BA4E-44AB-9B2D-52772AA71EE1}"/>
              </a:ext>
            </a:extLst>
          </p:cNvPr>
          <p:cNvSpPr/>
          <p:nvPr/>
        </p:nvSpPr>
        <p:spPr>
          <a:xfrm>
            <a:off x="7930734" y="4192887"/>
            <a:ext cx="843280" cy="415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District Lab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019408-B731-41D2-B4B0-DFFE24EA859A}"/>
              </a:ext>
            </a:extLst>
          </p:cNvPr>
          <p:cNvCxnSpPr>
            <a:cxnSpLocks/>
            <a:stCxn id="18" idx="0"/>
            <a:endCxn id="38" idx="2"/>
          </p:cNvCxnSpPr>
          <p:nvPr/>
        </p:nvCxnSpPr>
        <p:spPr>
          <a:xfrm flipV="1">
            <a:off x="8621686" y="4619953"/>
            <a:ext cx="687333" cy="4061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6DCD10E-5667-4A1B-89A3-0F03A38D3874}"/>
              </a:ext>
            </a:extLst>
          </p:cNvPr>
          <p:cNvCxnSpPr>
            <a:cxnSpLocks/>
            <a:stCxn id="20" idx="0"/>
            <a:endCxn id="38" idx="2"/>
          </p:cNvCxnSpPr>
          <p:nvPr/>
        </p:nvCxnSpPr>
        <p:spPr>
          <a:xfrm flipH="1" flipV="1">
            <a:off x="9309019" y="4619953"/>
            <a:ext cx="643509" cy="4061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B749AB6-607C-4B3E-AE0F-A96173D1BD78}"/>
              </a:ext>
            </a:extLst>
          </p:cNvPr>
          <p:cNvCxnSpPr>
            <a:cxnSpLocks/>
            <a:stCxn id="38" idx="2"/>
            <a:endCxn id="19" idx="0"/>
          </p:cNvCxnSpPr>
          <p:nvPr/>
        </p:nvCxnSpPr>
        <p:spPr>
          <a:xfrm flipH="1">
            <a:off x="9305957" y="4619953"/>
            <a:ext cx="3062" cy="4061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57B9A21-986A-4F5F-A0CF-F39696DA499E}"/>
              </a:ext>
            </a:extLst>
          </p:cNvPr>
          <p:cNvCxnSpPr>
            <a:cxnSpLocks/>
            <a:stCxn id="39" idx="2"/>
            <a:endCxn id="19" idx="7"/>
          </p:cNvCxnSpPr>
          <p:nvPr/>
        </p:nvCxnSpPr>
        <p:spPr>
          <a:xfrm flipH="1">
            <a:off x="9370615" y="4619953"/>
            <a:ext cx="882393" cy="43290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D471CAA-7F6F-48F1-B76B-C4363058D9A7}"/>
              </a:ext>
            </a:extLst>
          </p:cNvPr>
          <p:cNvCxnSpPr>
            <a:cxnSpLocks/>
            <a:stCxn id="40" idx="2"/>
            <a:endCxn id="19" idx="1"/>
          </p:cNvCxnSpPr>
          <p:nvPr/>
        </p:nvCxnSpPr>
        <p:spPr>
          <a:xfrm>
            <a:off x="8352374" y="4607987"/>
            <a:ext cx="888925" cy="444872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FB58634-C234-441B-AC5C-11C11FC3C721}"/>
              </a:ext>
            </a:extLst>
          </p:cNvPr>
          <p:cNvCxnSpPr>
            <a:cxnSpLocks/>
            <a:stCxn id="40" idx="2"/>
            <a:endCxn id="17" idx="0"/>
          </p:cNvCxnSpPr>
          <p:nvPr/>
        </p:nvCxnSpPr>
        <p:spPr>
          <a:xfrm flipH="1">
            <a:off x="7956265" y="4607987"/>
            <a:ext cx="396109" cy="4180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B4F3AF1-BC40-4E2D-9C23-11757022BF17}"/>
              </a:ext>
            </a:extLst>
          </p:cNvPr>
          <p:cNvCxnSpPr>
            <a:cxnSpLocks/>
            <a:stCxn id="39" idx="2"/>
            <a:endCxn id="21" idx="0"/>
          </p:cNvCxnSpPr>
          <p:nvPr/>
        </p:nvCxnSpPr>
        <p:spPr>
          <a:xfrm>
            <a:off x="10253008" y="4619953"/>
            <a:ext cx="364941" cy="4061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DF0E98D-E276-4C93-A843-0D1994418E22}"/>
              </a:ext>
            </a:extLst>
          </p:cNvPr>
          <p:cNvCxnSpPr>
            <a:cxnSpLocks/>
            <a:stCxn id="40" idx="2"/>
            <a:endCxn id="18" idx="0"/>
          </p:cNvCxnSpPr>
          <p:nvPr/>
        </p:nvCxnSpPr>
        <p:spPr>
          <a:xfrm>
            <a:off x="8352374" y="4607987"/>
            <a:ext cx="269312" cy="4180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E79C2D9-7BAB-4A6E-A866-A6F547B30500}"/>
              </a:ext>
            </a:extLst>
          </p:cNvPr>
          <p:cNvCxnSpPr>
            <a:cxnSpLocks/>
            <a:stCxn id="39" idx="2"/>
            <a:endCxn id="20" idx="0"/>
          </p:cNvCxnSpPr>
          <p:nvPr/>
        </p:nvCxnSpPr>
        <p:spPr>
          <a:xfrm flipH="1">
            <a:off x="9952528" y="4619953"/>
            <a:ext cx="300480" cy="4061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89521948-1CAB-48F3-AF57-F053116981EA}"/>
              </a:ext>
            </a:extLst>
          </p:cNvPr>
          <p:cNvSpPr/>
          <p:nvPr/>
        </p:nvSpPr>
        <p:spPr>
          <a:xfrm>
            <a:off x="8695021" y="3050493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5BB2F09-E613-4FBE-BC97-0263B0325841}"/>
              </a:ext>
            </a:extLst>
          </p:cNvPr>
          <p:cNvSpPr/>
          <p:nvPr/>
        </p:nvSpPr>
        <p:spPr>
          <a:xfrm>
            <a:off x="8368105" y="3234191"/>
            <a:ext cx="843280" cy="415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Regional Lab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B6498DE-6F0E-46C2-B549-51A8397BC6AC}"/>
              </a:ext>
            </a:extLst>
          </p:cNvPr>
          <p:cNvSpPr/>
          <p:nvPr/>
        </p:nvSpPr>
        <p:spPr>
          <a:xfrm>
            <a:off x="9766364" y="3050493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A1B42CA-B40F-442E-A48D-F7A7237EB1A9}"/>
              </a:ext>
            </a:extLst>
          </p:cNvPr>
          <p:cNvSpPr/>
          <p:nvPr/>
        </p:nvSpPr>
        <p:spPr>
          <a:xfrm>
            <a:off x="9439448" y="3234191"/>
            <a:ext cx="843280" cy="415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Regional Lab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44FE75D-D540-4953-9662-54B30030EF47}"/>
              </a:ext>
            </a:extLst>
          </p:cNvPr>
          <p:cNvCxnSpPr>
            <a:cxnSpLocks/>
            <a:stCxn id="35" idx="0"/>
            <a:endCxn id="74" idx="2"/>
          </p:cNvCxnSpPr>
          <p:nvPr/>
        </p:nvCxnSpPr>
        <p:spPr>
          <a:xfrm flipV="1">
            <a:off x="8349090" y="3649291"/>
            <a:ext cx="440655" cy="35989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7B20961-90FC-4F9C-A668-D1BBBF857591}"/>
              </a:ext>
            </a:extLst>
          </p:cNvPr>
          <p:cNvCxnSpPr>
            <a:cxnSpLocks/>
            <a:stCxn id="35" idx="0"/>
            <a:endCxn id="76" idx="2"/>
          </p:cNvCxnSpPr>
          <p:nvPr/>
        </p:nvCxnSpPr>
        <p:spPr>
          <a:xfrm flipV="1">
            <a:off x="8349090" y="3649291"/>
            <a:ext cx="1511998" cy="35989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C4757D8-26AE-4377-8828-2CC4E690797B}"/>
              </a:ext>
            </a:extLst>
          </p:cNvPr>
          <p:cNvCxnSpPr>
            <a:cxnSpLocks/>
            <a:stCxn id="74" idx="2"/>
            <a:endCxn id="37" idx="0"/>
          </p:cNvCxnSpPr>
          <p:nvPr/>
        </p:nvCxnSpPr>
        <p:spPr>
          <a:xfrm>
            <a:off x="8789745" y="3649291"/>
            <a:ext cx="1463263" cy="35989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38E17DC-68CE-4079-822F-8EEEA3FC4E5E}"/>
              </a:ext>
            </a:extLst>
          </p:cNvPr>
          <p:cNvCxnSpPr>
            <a:cxnSpLocks/>
            <a:stCxn id="76" idx="2"/>
            <a:endCxn id="37" idx="0"/>
          </p:cNvCxnSpPr>
          <p:nvPr/>
        </p:nvCxnSpPr>
        <p:spPr>
          <a:xfrm>
            <a:off x="9861088" y="3649291"/>
            <a:ext cx="391920" cy="35989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CF066DD-7839-4285-A3F8-7534C3FB4D3F}"/>
              </a:ext>
            </a:extLst>
          </p:cNvPr>
          <p:cNvCxnSpPr>
            <a:cxnSpLocks/>
            <a:stCxn id="76" idx="2"/>
            <a:endCxn id="36" idx="0"/>
          </p:cNvCxnSpPr>
          <p:nvPr/>
        </p:nvCxnSpPr>
        <p:spPr>
          <a:xfrm flipH="1">
            <a:off x="9301049" y="3649291"/>
            <a:ext cx="560039" cy="35989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CAA0733-FDCE-4C5A-91D9-0597851D25BD}"/>
              </a:ext>
            </a:extLst>
          </p:cNvPr>
          <p:cNvCxnSpPr>
            <a:cxnSpLocks/>
            <a:stCxn id="74" idx="2"/>
            <a:endCxn id="36" idx="0"/>
          </p:cNvCxnSpPr>
          <p:nvPr/>
        </p:nvCxnSpPr>
        <p:spPr>
          <a:xfrm>
            <a:off x="8789745" y="3649291"/>
            <a:ext cx="511304" cy="35989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147B3B5D-B0DD-4558-AD61-939DF742545E}"/>
              </a:ext>
            </a:extLst>
          </p:cNvPr>
          <p:cNvSpPr/>
          <p:nvPr/>
        </p:nvSpPr>
        <p:spPr>
          <a:xfrm>
            <a:off x="9204817" y="2267997"/>
            <a:ext cx="182880" cy="1828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F390751-C4CC-4795-B39A-0BF5745CAF4B}"/>
              </a:ext>
            </a:extLst>
          </p:cNvPr>
          <p:cNvSpPr/>
          <p:nvPr/>
        </p:nvSpPr>
        <p:spPr>
          <a:xfrm>
            <a:off x="8695022" y="2451695"/>
            <a:ext cx="1254222" cy="4151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National Reference Lab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D998282-D3BD-4ECD-A48A-5EE59A4CC950}"/>
              </a:ext>
            </a:extLst>
          </p:cNvPr>
          <p:cNvCxnSpPr>
            <a:cxnSpLocks/>
            <a:stCxn id="97" idx="2"/>
            <a:endCxn id="36" idx="0"/>
          </p:cNvCxnSpPr>
          <p:nvPr/>
        </p:nvCxnSpPr>
        <p:spPr>
          <a:xfrm flipH="1">
            <a:off x="9301049" y="2866795"/>
            <a:ext cx="21084" cy="114239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A294ED8-3D12-43A2-B895-08B45C2FEDED}"/>
              </a:ext>
            </a:extLst>
          </p:cNvPr>
          <p:cNvCxnSpPr>
            <a:cxnSpLocks/>
            <a:stCxn id="97" idx="2"/>
            <a:endCxn id="73" idx="0"/>
          </p:cNvCxnSpPr>
          <p:nvPr/>
        </p:nvCxnSpPr>
        <p:spPr>
          <a:xfrm flipH="1">
            <a:off x="8786461" y="2866795"/>
            <a:ext cx="535672" cy="18369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523D6CF-DC21-47A6-BCE0-A2C5F4F9548B}"/>
              </a:ext>
            </a:extLst>
          </p:cNvPr>
          <p:cNvCxnSpPr>
            <a:cxnSpLocks/>
            <a:stCxn id="97" idx="2"/>
            <a:endCxn id="75" idx="0"/>
          </p:cNvCxnSpPr>
          <p:nvPr/>
        </p:nvCxnSpPr>
        <p:spPr>
          <a:xfrm>
            <a:off x="9322133" y="2866795"/>
            <a:ext cx="535671" cy="18369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7F66393-0D30-4EA8-BD86-77C174977EE7}"/>
              </a:ext>
            </a:extLst>
          </p:cNvPr>
          <p:cNvSpPr/>
          <p:nvPr/>
        </p:nvSpPr>
        <p:spPr>
          <a:xfrm>
            <a:off x="7501588" y="6189123"/>
            <a:ext cx="3571037" cy="327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Community setting</a:t>
            </a:r>
          </a:p>
        </p:txBody>
      </p:sp>
      <p:pic>
        <p:nvPicPr>
          <p:cNvPr id="111" name="Graphic 110" descr="Marker outline">
            <a:extLst>
              <a:ext uri="{FF2B5EF4-FFF2-40B4-BE49-F238E27FC236}">
                <a16:creationId xmlns:a16="http://schemas.microsoft.com/office/drawing/2014/main" id="{856F1EBD-0383-481F-AA8A-D447948C53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9802" y="5407044"/>
            <a:ext cx="687524" cy="687524"/>
          </a:xfrm>
          <a:prstGeom prst="rect">
            <a:avLst/>
          </a:prstGeom>
        </p:spPr>
      </p:pic>
      <p:pic>
        <p:nvPicPr>
          <p:cNvPr id="115" name="Graphic 114" descr="Motorcycle outline">
            <a:extLst>
              <a:ext uri="{FF2B5EF4-FFF2-40B4-BE49-F238E27FC236}">
                <a16:creationId xmlns:a16="http://schemas.microsoft.com/office/drawing/2014/main" id="{23C9D9C0-990F-4D2A-AADF-AC0DDD53DE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5740" y="4049437"/>
            <a:ext cx="650062" cy="650062"/>
          </a:xfrm>
          <a:prstGeom prst="rect">
            <a:avLst/>
          </a:prstGeom>
        </p:spPr>
      </p:pic>
      <p:pic>
        <p:nvPicPr>
          <p:cNvPr id="123" name="Graphic 122" descr="Truck outline">
            <a:extLst>
              <a:ext uri="{FF2B5EF4-FFF2-40B4-BE49-F238E27FC236}">
                <a16:creationId xmlns:a16="http://schemas.microsoft.com/office/drawing/2014/main" id="{8ECD963A-5428-41C0-B3C2-D66139A061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3178" y="3131368"/>
            <a:ext cx="613247" cy="613247"/>
          </a:xfrm>
          <a:prstGeom prst="rect">
            <a:avLst/>
          </a:prstGeom>
        </p:spPr>
      </p:pic>
      <p:pic>
        <p:nvPicPr>
          <p:cNvPr id="124" name="Graphic 123" descr="Marker outline">
            <a:extLst>
              <a:ext uri="{FF2B5EF4-FFF2-40B4-BE49-F238E27FC236}">
                <a16:creationId xmlns:a16="http://schemas.microsoft.com/office/drawing/2014/main" id="{169D9A8C-F697-41A4-9A1F-2113F01AA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6408" y="1955654"/>
            <a:ext cx="687524" cy="687524"/>
          </a:xfrm>
          <a:prstGeom prst="rect">
            <a:avLst/>
          </a:prstGeom>
        </p:spPr>
      </p:pic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3152A469-1C32-4DC4-821E-280A4D2F0597}"/>
              </a:ext>
            </a:extLst>
          </p:cNvPr>
          <p:cNvSpPr/>
          <p:nvPr/>
        </p:nvSpPr>
        <p:spPr>
          <a:xfrm>
            <a:off x="5750545" y="2519680"/>
            <a:ext cx="1007581" cy="3484880"/>
          </a:xfrm>
          <a:custGeom>
            <a:avLst/>
            <a:gdLst>
              <a:gd name="connsiteX0" fmla="*/ 721375 w 1007581"/>
              <a:gd name="connsiteY0" fmla="*/ 0 h 3484880"/>
              <a:gd name="connsiteX1" fmla="*/ 15 w 1007581"/>
              <a:gd name="connsiteY1" fmla="*/ 812800 h 3484880"/>
              <a:gd name="connsiteX2" fmla="*/ 701055 w 1007581"/>
              <a:gd name="connsiteY2" fmla="*/ 1981200 h 3484880"/>
              <a:gd name="connsiteX3" fmla="*/ 944895 w 1007581"/>
              <a:gd name="connsiteY3" fmla="*/ 2560320 h 3484880"/>
              <a:gd name="connsiteX4" fmla="*/ 995695 w 1007581"/>
              <a:gd name="connsiteY4" fmla="*/ 3098800 h 3484880"/>
              <a:gd name="connsiteX5" fmla="*/ 762015 w 1007581"/>
              <a:gd name="connsiteY5" fmla="*/ 3484880 h 348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7581" h="3484880">
                <a:moveTo>
                  <a:pt x="721375" y="0"/>
                </a:moveTo>
                <a:cubicBezTo>
                  <a:pt x="362388" y="241300"/>
                  <a:pt x="3402" y="482600"/>
                  <a:pt x="15" y="812800"/>
                </a:cubicBezTo>
                <a:cubicBezTo>
                  <a:pt x="-3372" y="1143000"/>
                  <a:pt x="543575" y="1689947"/>
                  <a:pt x="701055" y="1981200"/>
                </a:cubicBezTo>
                <a:cubicBezTo>
                  <a:pt x="858535" y="2272453"/>
                  <a:pt x="895788" y="2374054"/>
                  <a:pt x="944895" y="2560320"/>
                </a:cubicBezTo>
                <a:cubicBezTo>
                  <a:pt x="994002" y="2746586"/>
                  <a:pt x="1026175" y="2944707"/>
                  <a:pt x="995695" y="3098800"/>
                </a:cubicBezTo>
                <a:cubicBezTo>
                  <a:pt x="965215" y="3252893"/>
                  <a:pt x="863615" y="3368886"/>
                  <a:pt x="762015" y="3484880"/>
                </a:cubicBezTo>
              </a:path>
            </a:pathLst>
          </a:custGeom>
          <a:noFill/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1C214E7-1A91-4F2F-B6DD-2BF561C9FB44}"/>
              </a:ext>
            </a:extLst>
          </p:cNvPr>
          <p:cNvGrpSpPr/>
          <p:nvPr/>
        </p:nvGrpSpPr>
        <p:grpSpPr>
          <a:xfrm>
            <a:off x="6993553" y="5246833"/>
            <a:ext cx="283263" cy="283263"/>
            <a:chOff x="5836523" y="4161951"/>
            <a:chExt cx="530133" cy="530133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2A0B739-DC94-4945-9E06-10D67D5B7834}"/>
                </a:ext>
              </a:extLst>
            </p:cNvPr>
            <p:cNvSpPr/>
            <p:nvPr/>
          </p:nvSpPr>
          <p:spPr>
            <a:xfrm>
              <a:off x="5836523" y="4161951"/>
              <a:ext cx="530133" cy="53013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L-Shape 137">
              <a:extLst>
                <a:ext uri="{FF2B5EF4-FFF2-40B4-BE49-F238E27FC236}">
                  <a16:creationId xmlns:a16="http://schemas.microsoft.com/office/drawing/2014/main" id="{F275EEB7-7FE1-432B-B2D3-05281346CE7D}"/>
                </a:ext>
              </a:extLst>
            </p:cNvPr>
            <p:cNvSpPr/>
            <p:nvPr/>
          </p:nvSpPr>
          <p:spPr>
            <a:xfrm rot="13500000">
              <a:off x="5952538" y="4318606"/>
              <a:ext cx="216823" cy="216823"/>
            </a:xfrm>
            <a:prstGeom prst="corner">
              <a:avLst>
                <a:gd name="adj1" fmla="val 20588"/>
                <a:gd name="adj2" fmla="val 1911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C25EEADE-0295-4379-81AD-6D1C5F3535C8}"/>
              </a:ext>
            </a:extLst>
          </p:cNvPr>
          <p:cNvSpPr txBox="1"/>
          <p:nvPr/>
        </p:nvSpPr>
        <p:spPr>
          <a:xfrm>
            <a:off x="7998234" y="6583902"/>
            <a:ext cx="293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baseline="0">
                <a:solidFill>
                  <a:srgbClr val="3D3C3B"/>
                </a:solidFill>
              </a:rPr>
              <a:t>Source: Reproduced from Nichols et al</a:t>
            </a:r>
            <a:endParaRPr lang="en-US" sz="1200"/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FB4A2684-1197-47B7-B93B-A292369BA3DB}"/>
              </a:ext>
            </a:extLst>
          </p:cNvPr>
          <p:cNvGrpSpPr/>
          <p:nvPr/>
        </p:nvGrpSpPr>
        <p:grpSpPr>
          <a:xfrm>
            <a:off x="7228113" y="4270771"/>
            <a:ext cx="283263" cy="283263"/>
            <a:chOff x="5836523" y="4161951"/>
            <a:chExt cx="530133" cy="530133"/>
          </a:xfrm>
        </p:grpSpPr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7B343EBB-EB75-4210-8004-3773B066A51F}"/>
                </a:ext>
              </a:extLst>
            </p:cNvPr>
            <p:cNvSpPr/>
            <p:nvPr/>
          </p:nvSpPr>
          <p:spPr>
            <a:xfrm>
              <a:off x="5836523" y="4161951"/>
              <a:ext cx="530133" cy="53013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L-Shape 143">
              <a:extLst>
                <a:ext uri="{FF2B5EF4-FFF2-40B4-BE49-F238E27FC236}">
                  <a16:creationId xmlns:a16="http://schemas.microsoft.com/office/drawing/2014/main" id="{06FED215-D813-4047-AE3B-E90920062BFB}"/>
                </a:ext>
              </a:extLst>
            </p:cNvPr>
            <p:cNvSpPr/>
            <p:nvPr/>
          </p:nvSpPr>
          <p:spPr>
            <a:xfrm rot="13500000">
              <a:off x="5952538" y="4318606"/>
              <a:ext cx="216823" cy="216823"/>
            </a:xfrm>
            <a:prstGeom prst="corner">
              <a:avLst>
                <a:gd name="adj1" fmla="val 20588"/>
                <a:gd name="adj2" fmla="val 1911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9BDCA10-95FA-45A9-811E-8709D3E7E7A7}"/>
              </a:ext>
            </a:extLst>
          </p:cNvPr>
          <p:cNvGrpSpPr/>
          <p:nvPr/>
        </p:nvGrpSpPr>
        <p:grpSpPr>
          <a:xfrm>
            <a:off x="7063742" y="3288165"/>
            <a:ext cx="283263" cy="283263"/>
            <a:chOff x="5836523" y="4161951"/>
            <a:chExt cx="530133" cy="530133"/>
          </a:xfrm>
        </p:grpSpPr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8B08A751-9A2B-44FE-84B7-D13657B1E460}"/>
                </a:ext>
              </a:extLst>
            </p:cNvPr>
            <p:cNvSpPr/>
            <p:nvPr/>
          </p:nvSpPr>
          <p:spPr>
            <a:xfrm>
              <a:off x="5836523" y="4161951"/>
              <a:ext cx="530133" cy="53013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L-Shape 146">
              <a:extLst>
                <a:ext uri="{FF2B5EF4-FFF2-40B4-BE49-F238E27FC236}">
                  <a16:creationId xmlns:a16="http://schemas.microsoft.com/office/drawing/2014/main" id="{EA026CCB-041A-43A7-A431-1D99B94839A6}"/>
                </a:ext>
              </a:extLst>
            </p:cNvPr>
            <p:cNvSpPr/>
            <p:nvPr/>
          </p:nvSpPr>
          <p:spPr>
            <a:xfrm rot="13500000">
              <a:off x="5952538" y="4318606"/>
              <a:ext cx="216823" cy="216823"/>
            </a:xfrm>
            <a:prstGeom prst="corner">
              <a:avLst>
                <a:gd name="adj1" fmla="val 20588"/>
                <a:gd name="adj2" fmla="val 1911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957517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D87664-E649-29A6-F67A-236AF6E6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10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1269B03-BC2A-2801-3EF9-76CFBAED53E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4256881" y="3765812"/>
            <a:ext cx="3194988" cy="2641974"/>
          </a:xfrm>
        </p:spPr>
        <p:txBody>
          <a:bodyPr/>
          <a:lstStyle/>
          <a:p>
            <a:pPr marL="0" indent="0" algn="ctr">
              <a:buNone/>
            </a:pPr>
            <a:r>
              <a:rPr lang="en-US">
                <a:solidFill>
                  <a:schemeClr val="accent2"/>
                </a:solidFill>
              </a:rPr>
              <a:t>Comprehensive Quality Assurance</a:t>
            </a:r>
          </a:p>
          <a:p>
            <a:pPr marL="0" indent="0" algn="ctr">
              <a:buNone/>
            </a:pPr>
            <a:r>
              <a:rPr lang="en-US">
                <a:latin typeface="+mn-lt"/>
              </a:rPr>
              <a:t>Essential for meeting national implementation requirements at various sites including IQC, EQA and KQIs</a:t>
            </a:r>
          </a:p>
          <a:p>
            <a:pPr marL="0" indent="0" algn="ctr">
              <a:buNone/>
            </a:pPr>
            <a:endParaRPr lang="en-US"/>
          </a:p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9E73A61-68FE-0676-B0DE-C8E7CD96567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488829" y="3765812"/>
            <a:ext cx="3090921" cy="2160751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>
                <a:solidFill>
                  <a:schemeClr val="accent2"/>
                </a:solidFill>
              </a:rPr>
              <a:t>Cost effectiveness across various settings</a:t>
            </a:r>
            <a:endParaRPr lang="en-US" sz="240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F624E-4074-616F-C8FD-FDB35C9DC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7288" y="1551991"/>
            <a:ext cx="3216121" cy="1438209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accent2"/>
                </a:solidFill>
              </a:rPr>
              <a:t>Training &amp; Capacity</a:t>
            </a:r>
          </a:p>
          <a:p>
            <a:r>
              <a:rPr lang="en-US">
                <a:latin typeface="+mn-lt"/>
              </a:rPr>
              <a:t>On-site testing workflow</a:t>
            </a:r>
          </a:p>
          <a:p>
            <a:r>
              <a:rPr lang="en-US">
                <a:latin typeface="+mn-lt"/>
              </a:rPr>
              <a:t>Capacity building needs</a:t>
            </a:r>
          </a:p>
          <a:p>
            <a:pPr marL="0" indent="0" algn="ctr">
              <a:buNone/>
            </a:pP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99A178A-3F82-EABD-EE4E-CB7DB04A17A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17063" y="1421753"/>
            <a:ext cx="3474886" cy="1233487"/>
          </a:xfrm>
        </p:spPr>
        <p:txBody>
          <a:bodyPr/>
          <a:lstStyle/>
          <a:p>
            <a:pPr algn="l"/>
            <a:r>
              <a:rPr lang="en-US">
                <a:solidFill>
                  <a:schemeClr val="accent2"/>
                </a:solidFill>
              </a:rPr>
              <a:t>Policy &amp; Planning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Algorithms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SOPs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HR and financing needs</a:t>
            </a:r>
          </a:p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A21F294-F060-443D-204E-8C29E662FB5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49417" y="3608519"/>
            <a:ext cx="2932881" cy="1376290"/>
          </a:xfrm>
        </p:spPr>
        <p:txBody>
          <a:bodyPr/>
          <a:lstStyle/>
          <a:p>
            <a:r>
              <a:rPr lang="en-US" sz="2400">
                <a:solidFill>
                  <a:schemeClr val="accent2"/>
                </a:solidFill>
              </a:rPr>
              <a:t>Same day diagnosis &amp; treatment initiation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8E94607-E64B-060F-645C-4B6B8F5C30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0362" y="1421753"/>
            <a:ext cx="3637189" cy="1642185"/>
          </a:xfrm>
        </p:spPr>
        <p:txBody>
          <a:bodyPr/>
          <a:lstStyle/>
          <a:p>
            <a:pPr algn="l"/>
            <a:r>
              <a:rPr lang="en-US">
                <a:solidFill>
                  <a:schemeClr val="accent2"/>
                </a:solidFill>
              </a:rPr>
              <a:t>Beyond Accuracy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Diagnostic yield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Use-cases and algorithms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>
                <a:latin typeface="+mn-lt"/>
              </a:rPr>
              <a:t>Patient preferences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6F9791-8CE5-AC37-8129-C837E741E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62" y="409173"/>
            <a:ext cx="11471638" cy="468000"/>
          </a:xfrm>
        </p:spPr>
        <p:txBody>
          <a:bodyPr/>
          <a:lstStyle/>
          <a:p>
            <a:r>
              <a:rPr lang="en-US"/>
              <a:t>Critical Data needs for TB Program Planning</a:t>
            </a:r>
          </a:p>
        </p:txBody>
      </p:sp>
    </p:spTree>
    <p:extLst>
      <p:ext uri="{BB962C8B-B14F-4D97-AF65-F5344CB8AC3E}">
        <p14:creationId xmlns:p14="http://schemas.microsoft.com/office/powerpoint/2010/main" val="262204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E8918-E78F-D79A-4872-1A76DE7BF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B8D0E1DE-DE7E-B9C8-0BA0-DAFE39E09603}"/>
              </a:ext>
            </a:extLst>
          </p:cNvPr>
          <p:cNvSpPr/>
          <p:nvPr/>
        </p:nvSpPr>
        <p:spPr>
          <a:xfrm>
            <a:off x="64118" y="1190060"/>
            <a:ext cx="5596493" cy="51299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B6A25A5-52DC-0B18-9E17-22A0B97E3A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6A25A5-52DC-0B18-9E17-22A0B97E3A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882493F-0C86-3EB7-CA53-24EA2AA5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34" y="237929"/>
            <a:ext cx="11511623" cy="796263"/>
          </a:xfrm>
        </p:spPr>
        <p:txBody>
          <a:bodyPr vert="horz"/>
          <a:lstStyle/>
          <a:p>
            <a:pPr algn="ctr"/>
            <a:r>
              <a:rPr lang="en-US" sz="2600"/>
              <a:t>Global Fund’s Next Generation Market Shaping SI: Support improved access to quality TB diagnostics</a:t>
            </a:r>
            <a:endParaRPr lang="en-US" sz="2600" i="1" u="sng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A8398-91BA-9E68-7DA9-DD0E32E4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8740" y="6320037"/>
            <a:ext cx="2844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51440" algn="l"/>
              </a:tabLst>
              <a:defRPr/>
            </a:pPr>
            <a:fld id="{1D1E3EDB-D7EB-F14E-A6D1-748C03EC5EDC}" type="slidenum">
              <a:rPr kumimoji="0" lang="en-US" b="1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551440" algn="l"/>
                </a:tabLst>
                <a:defRPr/>
              </a:pPr>
              <a:t>11</a:t>
            </a:fld>
            <a:endParaRPr kumimoji="0" lang="en-US" sz="1333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72E79-0DD7-B1A5-44B5-654983DE29E3}"/>
              </a:ext>
            </a:extLst>
          </p:cNvPr>
          <p:cNvSpPr txBox="1"/>
          <p:nvPr/>
        </p:nvSpPr>
        <p:spPr>
          <a:xfrm>
            <a:off x="152234" y="6351414"/>
            <a:ext cx="11649242" cy="50783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i="1"/>
              <a:t>Notes (1)Component 1, 2 and 3  to be implemented with support from TB partners. </a:t>
            </a:r>
          </a:p>
          <a:p>
            <a:r>
              <a:rPr lang="en-US" sz="900" i="1"/>
              <a:t>          (2)Continuous engagement &amp; alignment among TB partners in this space will be ensured to avoid duplication. </a:t>
            </a:r>
            <a:endParaRPr lang="en-US" sz="900" i="1">
              <a:cs typeface="Arial"/>
            </a:endParaRPr>
          </a:p>
          <a:p>
            <a:r>
              <a:rPr lang="en-US" sz="900" i="1"/>
              <a:t>          (3)Tools used for component 1 can be made available for countries to adopt and use to map procurement needs and or CXR mapping.</a:t>
            </a:r>
            <a:endParaRPr lang="en-US" sz="900" i="1">
              <a:highlight>
                <a:srgbClr val="FFFF00"/>
              </a:highlight>
              <a:cs typeface="Arial"/>
            </a:endParaRPr>
          </a:p>
        </p:txBody>
      </p:sp>
      <p:sp>
        <p:nvSpPr>
          <p:cNvPr id="36" name="btfpValueChainElement1492241">
            <a:extLst>
              <a:ext uri="{FF2B5EF4-FFF2-40B4-BE49-F238E27FC236}">
                <a16:creationId xmlns:a16="http://schemas.microsoft.com/office/drawing/2014/main" id="{46E3F241-921A-25E1-09AD-68C6059D60BA}"/>
              </a:ext>
            </a:extLst>
          </p:cNvPr>
          <p:cNvSpPr/>
          <p:nvPr/>
        </p:nvSpPr>
        <p:spPr bwMode="gray">
          <a:xfrm>
            <a:off x="10669939" y="1723893"/>
            <a:ext cx="993921" cy="4503187"/>
          </a:xfrm>
          <a:prstGeom prst="rect">
            <a:avLst/>
          </a:prstGeom>
          <a:noFill/>
          <a:ln w="19050">
            <a:solidFill>
              <a:srgbClr val="FFFF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3" name="btfpValueChainElement1492242">
            <a:extLst>
              <a:ext uri="{FF2B5EF4-FFF2-40B4-BE49-F238E27FC236}">
                <a16:creationId xmlns:a16="http://schemas.microsoft.com/office/drawing/2014/main" id="{A45F8CFC-9A79-DBA7-8A82-CD43F0D4FF3F}"/>
              </a:ext>
            </a:extLst>
          </p:cNvPr>
          <p:cNvSpPr/>
          <p:nvPr/>
        </p:nvSpPr>
        <p:spPr bwMode="gray">
          <a:xfrm>
            <a:off x="682434" y="1616173"/>
            <a:ext cx="1384338" cy="148132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b="1">
                <a:solidFill>
                  <a:schemeClr val="tx1"/>
                </a:solidFill>
              </a:rPr>
              <a:t>Market size estimation </a:t>
            </a:r>
            <a:r>
              <a:rPr lang="en-US" sz="1100">
                <a:solidFill>
                  <a:schemeClr val="tx1"/>
                </a:solidFill>
              </a:rPr>
              <a:t>to support and enable at-scale introduction of new TB Diagnostic tools</a:t>
            </a:r>
          </a:p>
        </p:txBody>
      </p:sp>
      <p:sp>
        <p:nvSpPr>
          <p:cNvPr id="24" name="btfpValueChainElement1492242">
            <a:extLst>
              <a:ext uri="{FF2B5EF4-FFF2-40B4-BE49-F238E27FC236}">
                <a16:creationId xmlns:a16="http://schemas.microsoft.com/office/drawing/2014/main" id="{DBF05DFC-376A-BA63-C682-BC9E01C7BDF1}"/>
              </a:ext>
            </a:extLst>
          </p:cNvPr>
          <p:cNvSpPr/>
          <p:nvPr/>
        </p:nvSpPr>
        <p:spPr bwMode="gray">
          <a:xfrm>
            <a:off x="270009" y="1616173"/>
            <a:ext cx="330331" cy="1481328"/>
          </a:xfrm>
          <a:prstGeom prst="rect">
            <a:avLst/>
          </a:prstGeom>
          <a:solidFill>
            <a:schemeClr val="accent2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5" name="btfpValueChainElement1492242">
            <a:extLst>
              <a:ext uri="{FF2B5EF4-FFF2-40B4-BE49-F238E27FC236}">
                <a16:creationId xmlns:a16="http://schemas.microsoft.com/office/drawing/2014/main" id="{08EEC840-68F8-3133-9002-A5FC3F46AACE}"/>
              </a:ext>
            </a:extLst>
          </p:cNvPr>
          <p:cNvSpPr/>
          <p:nvPr/>
        </p:nvSpPr>
        <p:spPr bwMode="gray">
          <a:xfrm>
            <a:off x="686393" y="3192421"/>
            <a:ext cx="1384338" cy="148132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 b="1">
                <a:solidFill>
                  <a:schemeClr val="tx1"/>
                </a:solidFill>
              </a:rPr>
              <a:t>Regional engagement </a:t>
            </a:r>
            <a:r>
              <a:rPr lang="en-US" sz="1100">
                <a:solidFill>
                  <a:schemeClr val="tx1"/>
                </a:solidFill>
              </a:rPr>
              <a:t>to support demand for introduction of new diagnostic tools</a:t>
            </a:r>
          </a:p>
        </p:txBody>
      </p:sp>
      <p:sp>
        <p:nvSpPr>
          <p:cNvPr id="26" name="btfpValueChainElement1492242">
            <a:extLst>
              <a:ext uri="{FF2B5EF4-FFF2-40B4-BE49-F238E27FC236}">
                <a16:creationId xmlns:a16="http://schemas.microsoft.com/office/drawing/2014/main" id="{1C13186D-D423-3CF4-BDDA-A4CC02F3A70A}"/>
              </a:ext>
            </a:extLst>
          </p:cNvPr>
          <p:cNvSpPr/>
          <p:nvPr/>
        </p:nvSpPr>
        <p:spPr bwMode="gray">
          <a:xfrm>
            <a:off x="261288" y="3196977"/>
            <a:ext cx="342710" cy="1481328"/>
          </a:xfrm>
          <a:prstGeom prst="rect">
            <a:avLst/>
          </a:prstGeom>
          <a:solidFill>
            <a:schemeClr val="accent2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7" name="btfpValueChainElement1492242">
            <a:extLst>
              <a:ext uri="{FF2B5EF4-FFF2-40B4-BE49-F238E27FC236}">
                <a16:creationId xmlns:a16="http://schemas.microsoft.com/office/drawing/2014/main" id="{AA36B775-9A05-C826-56E3-2AE5C3894FC7}"/>
              </a:ext>
            </a:extLst>
          </p:cNvPr>
          <p:cNvSpPr/>
          <p:nvPr/>
        </p:nvSpPr>
        <p:spPr bwMode="gray">
          <a:xfrm>
            <a:off x="655037" y="4783926"/>
            <a:ext cx="1384338" cy="148132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 b="1">
                <a:solidFill>
                  <a:schemeClr val="tx1"/>
                </a:solidFill>
                <a:effectLst/>
              </a:rPr>
              <a:t>Technical assistance </a:t>
            </a:r>
            <a:r>
              <a:rPr lang="en-US" sz="1100">
                <a:solidFill>
                  <a:schemeClr val="tx1"/>
                </a:solidFill>
                <a:effectLst/>
              </a:rPr>
              <a:t>to translate normative guidance </a:t>
            </a:r>
            <a:r>
              <a:rPr lang="en-US" sz="1100">
                <a:solidFill>
                  <a:schemeClr val="tx1"/>
                </a:solidFill>
              </a:rPr>
              <a:t>into national strategies and planning</a:t>
            </a:r>
          </a:p>
        </p:txBody>
      </p:sp>
      <p:sp>
        <p:nvSpPr>
          <p:cNvPr id="28" name="btfpValueChainElement1492242">
            <a:extLst>
              <a:ext uri="{FF2B5EF4-FFF2-40B4-BE49-F238E27FC236}">
                <a16:creationId xmlns:a16="http://schemas.microsoft.com/office/drawing/2014/main" id="{528C775C-1454-BD06-BBE7-19D610AAD66E}"/>
              </a:ext>
            </a:extLst>
          </p:cNvPr>
          <p:cNvSpPr/>
          <p:nvPr/>
        </p:nvSpPr>
        <p:spPr bwMode="gray">
          <a:xfrm>
            <a:off x="270009" y="4783926"/>
            <a:ext cx="321425" cy="1481328"/>
          </a:xfrm>
          <a:prstGeom prst="rect">
            <a:avLst/>
          </a:prstGeom>
          <a:solidFill>
            <a:schemeClr val="accent2"/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1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1" name="btfpValueChainElement1492242">
            <a:extLst>
              <a:ext uri="{FF2B5EF4-FFF2-40B4-BE49-F238E27FC236}">
                <a16:creationId xmlns:a16="http://schemas.microsoft.com/office/drawing/2014/main" id="{B0F44855-DC74-3E52-F373-436A2D6D23DC}"/>
              </a:ext>
            </a:extLst>
          </p:cNvPr>
          <p:cNvSpPr/>
          <p:nvPr/>
        </p:nvSpPr>
        <p:spPr bwMode="gray">
          <a:xfrm>
            <a:off x="2198848" y="1616173"/>
            <a:ext cx="3176895" cy="148132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tx1"/>
                </a:solidFill>
              </a:rPr>
              <a:t>Support baseline assessment of WHO Diagnostic standards</a:t>
            </a:r>
          </a:p>
          <a:p>
            <a:pPr marL="22860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tx1"/>
                </a:solidFill>
              </a:rPr>
              <a:t>Use existing DNO/DNAs to identify potential procurement needs for new low complexity NAATs, near POC platforms</a:t>
            </a:r>
          </a:p>
          <a:p>
            <a:pPr marL="22860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tx1"/>
                </a:solidFill>
              </a:rPr>
              <a:t>Landscaping/mapping of CXRs &amp; CAD in country</a:t>
            </a:r>
          </a:p>
          <a:p>
            <a:pPr marL="0" indent="0" algn="ctr">
              <a:spcBef>
                <a:spcPts val="0"/>
              </a:spcBef>
              <a:buNone/>
            </a:pPr>
            <a:endParaRPr lang="en-US" sz="1100" b="1" spc="-30">
              <a:solidFill>
                <a:schemeClr val="accent2"/>
              </a:solidFill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100" b="1" spc="-30">
                <a:solidFill>
                  <a:schemeClr val="accent2"/>
                </a:solidFill>
              </a:rPr>
              <a:t>20 TB priority countries + 5 WCA</a:t>
            </a:r>
          </a:p>
        </p:txBody>
      </p:sp>
      <p:sp>
        <p:nvSpPr>
          <p:cNvPr id="42" name="btfpValueChainElement1492242">
            <a:extLst>
              <a:ext uri="{FF2B5EF4-FFF2-40B4-BE49-F238E27FC236}">
                <a16:creationId xmlns:a16="http://schemas.microsoft.com/office/drawing/2014/main" id="{DDE463B9-E5A3-FFE1-D083-FC918C77FBE8}"/>
              </a:ext>
            </a:extLst>
          </p:cNvPr>
          <p:cNvSpPr/>
          <p:nvPr/>
        </p:nvSpPr>
        <p:spPr bwMode="gray">
          <a:xfrm>
            <a:off x="2198850" y="3192421"/>
            <a:ext cx="3176894" cy="148132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Facilitate regional platforms for knowledge sharing to support potential demand generation and implementation planning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spc="-30">
              <a:solidFill>
                <a:schemeClr val="tx1"/>
              </a:solidFill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100" b="1" spc="-30">
                <a:solidFill>
                  <a:schemeClr val="accent2"/>
                </a:solidFill>
              </a:rPr>
              <a:t>All  interested countries in the region can participate</a:t>
            </a:r>
          </a:p>
        </p:txBody>
      </p:sp>
      <p:sp>
        <p:nvSpPr>
          <p:cNvPr id="56" name="btfpValueChainElement1492242">
            <a:extLst>
              <a:ext uri="{FF2B5EF4-FFF2-40B4-BE49-F238E27FC236}">
                <a16:creationId xmlns:a16="http://schemas.microsoft.com/office/drawing/2014/main" id="{5D112A1F-567A-1505-BE6A-BD49145031FD}"/>
              </a:ext>
            </a:extLst>
          </p:cNvPr>
          <p:cNvSpPr/>
          <p:nvPr/>
        </p:nvSpPr>
        <p:spPr bwMode="gray">
          <a:xfrm>
            <a:off x="2188682" y="4783926"/>
            <a:ext cx="3176894" cy="148132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tx1"/>
                </a:solidFill>
              </a:rPr>
              <a:t>Provide technical support for guideline updates, trainings, etc. for new diagnostic tools.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spc="-30">
              <a:solidFill>
                <a:schemeClr val="tx1"/>
              </a:solidFill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100" b="1" spc="-30">
                <a:solidFill>
                  <a:schemeClr val="accent2"/>
                </a:solidFill>
              </a:rPr>
              <a:t>Open to NPOC early adopter countries, likely towards end of GC7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EFEF7D-AB78-9321-281D-2F869ED8617A}"/>
              </a:ext>
            </a:extLst>
          </p:cNvPr>
          <p:cNvSpPr/>
          <p:nvPr/>
        </p:nvSpPr>
        <p:spPr>
          <a:xfrm>
            <a:off x="748449" y="1272704"/>
            <a:ext cx="1197514" cy="1922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/>
              <a:t>Component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F2877D-A0C2-3393-2337-EE93CAFA0061}"/>
              </a:ext>
            </a:extLst>
          </p:cNvPr>
          <p:cNvSpPr/>
          <p:nvPr/>
        </p:nvSpPr>
        <p:spPr>
          <a:xfrm>
            <a:off x="3188538" y="1272704"/>
            <a:ext cx="1197514" cy="1922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Activities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02CA4A-A8DD-D2A2-9DB5-9F286190EACF}"/>
              </a:ext>
            </a:extLst>
          </p:cNvPr>
          <p:cNvSpPr/>
          <p:nvPr/>
        </p:nvSpPr>
        <p:spPr>
          <a:xfrm>
            <a:off x="5986942" y="1272704"/>
            <a:ext cx="5943600" cy="1922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/>
              <a:t>Eligible Products </a:t>
            </a:r>
          </a:p>
        </p:txBody>
      </p:sp>
      <p:sp>
        <p:nvSpPr>
          <p:cNvPr id="17" name="btfpValueChainElement1492242">
            <a:extLst>
              <a:ext uri="{FF2B5EF4-FFF2-40B4-BE49-F238E27FC236}">
                <a16:creationId xmlns:a16="http://schemas.microsoft.com/office/drawing/2014/main" id="{AB4F78C3-C4D8-EB0A-88C8-E12AA5AF15D4}"/>
              </a:ext>
            </a:extLst>
          </p:cNvPr>
          <p:cNvSpPr/>
          <p:nvPr/>
        </p:nvSpPr>
        <p:spPr bwMode="gray">
          <a:xfrm>
            <a:off x="5986943" y="1616173"/>
            <a:ext cx="3822640" cy="14638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>
                <a:solidFill>
                  <a:schemeClr val="accent2"/>
                </a:solidFill>
              </a:rPr>
              <a:t>Urinary Point Of Care tests</a:t>
            </a:r>
            <a:endParaRPr lang="en-US" sz="1100" spc="-30">
              <a:solidFill>
                <a:schemeClr val="accent2"/>
              </a:solidFill>
            </a:endParaRP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tx1"/>
                </a:solidFill>
              </a:rPr>
              <a:t>3rd Generation LAM tests in trials 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tx1"/>
                </a:solidFill>
              </a:rPr>
              <a:t>Larger market if indication broadens to outside PLHIV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accent2"/>
                </a:solidFill>
              </a:rPr>
              <a:t>WHO GDG 2026 may give guidance</a:t>
            </a:r>
          </a:p>
        </p:txBody>
      </p:sp>
      <p:sp>
        <p:nvSpPr>
          <p:cNvPr id="18" name="btfpValueChainElement1492242">
            <a:extLst>
              <a:ext uri="{FF2B5EF4-FFF2-40B4-BE49-F238E27FC236}">
                <a16:creationId xmlns:a16="http://schemas.microsoft.com/office/drawing/2014/main" id="{5B8756E5-D8B2-790C-9F5E-67A9F53A3B57}"/>
              </a:ext>
            </a:extLst>
          </p:cNvPr>
          <p:cNvSpPr/>
          <p:nvPr/>
        </p:nvSpPr>
        <p:spPr bwMode="gray">
          <a:xfrm>
            <a:off x="5986943" y="3192421"/>
            <a:ext cx="3822640" cy="148132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 b="1">
                <a:solidFill>
                  <a:schemeClr val="accent2"/>
                </a:solidFill>
              </a:rPr>
              <a:t>New sampling techniques with near Point-of-Care tests</a:t>
            </a:r>
            <a:endParaRPr lang="en-US" sz="1100" spc="-30">
              <a:solidFill>
                <a:schemeClr val="accent2"/>
              </a:solidFill>
            </a:endParaRP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tx1"/>
                </a:solidFill>
              </a:rPr>
              <a:t>Tongue swabs 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tx1"/>
                </a:solidFill>
              </a:rPr>
              <a:t>Potentially very large market, depending on the indication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tx1"/>
                </a:solidFill>
              </a:rPr>
              <a:t>Use in new near point of care platforms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accent2"/>
                </a:solidFill>
              </a:rPr>
              <a:t>WHO GDG November 2025  </a:t>
            </a:r>
          </a:p>
        </p:txBody>
      </p:sp>
      <p:sp>
        <p:nvSpPr>
          <p:cNvPr id="19" name="btfpValueChainElement1492242">
            <a:extLst>
              <a:ext uri="{FF2B5EF4-FFF2-40B4-BE49-F238E27FC236}">
                <a16:creationId xmlns:a16="http://schemas.microsoft.com/office/drawing/2014/main" id="{81CAEABF-92E4-1B00-BB8B-BD3ADAD42DB3}"/>
              </a:ext>
            </a:extLst>
          </p:cNvPr>
          <p:cNvSpPr/>
          <p:nvPr/>
        </p:nvSpPr>
        <p:spPr bwMode="gray">
          <a:xfrm>
            <a:off x="5986943" y="4778802"/>
            <a:ext cx="3822640" cy="1481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 b="1">
                <a:solidFill>
                  <a:schemeClr val="accent2"/>
                </a:solidFill>
              </a:rPr>
              <a:t>Low complexity diagnostics </a:t>
            </a:r>
            <a:endParaRPr lang="en-US" sz="1100" spc="-30">
              <a:solidFill>
                <a:schemeClr val="accent2"/>
              </a:solidFill>
            </a:endParaRP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tx1"/>
                </a:solidFill>
              </a:rPr>
              <a:t>Multi-disease platforms 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tx1"/>
                </a:solidFill>
              </a:rPr>
              <a:t>Similar space as GeneXpert and </a:t>
            </a:r>
            <a:r>
              <a:rPr lang="en-US" sz="1100" spc="-30" err="1">
                <a:solidFill>
                  <a:schemeClr val="tx1"/>
                </a:solidFill>
              </a:rPr>
              <a:t>TrueNat</a:t>
            </a:r>
            <a:endParaRPr lang="en-US" sz="1100" spc="-30">
              <a:solidFill>
                <a:schemeClr val="tx1"/>
              </a:solidFill>
            </a:endParaRP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tx1"/>
                </a:solidFill>
              </a:rPr>
              <a:t>Additional competition to market with potential lower prices and better S&amp;M</a:t>
            </a:r>
          </a:p>
          <a:p>
            <a:pPr marL="228600" indent="-2286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spc="-30">
                <a:solidFill>
                  <a:schemeClr val="accent2"/>
                </a:solidFill>
              </a:rPr>
              <a:t>GDG Q2 2024 gave guidance on class with new products in mid-late 2025</a:t>
            </a:r>
          </a:p>
        </p:txBody>
      </p:sp>
      <p:pic>
        <p:nvPicPr>
          <p:cNvPr id="29" name="Picture 2" descr="JCM | Free Full-Text | Fujifilm SILVAMP TB-LAM for the Diagnosis of  Tuberculosis in Nigerian Adults">
            <a:extLst>
              <a:ext uri="{FF2B5EF4-FFF2-40B4-BE49-F238E27FC236}">
                <a16:creationId xmlns:a16="http://schemas.microsoft.com/office/drawing/2014/main" id="{C4C5E56C-BC15-0379-020E-EC9CF4941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1783" y="1829099"/>
            <a:ext cx="1920663" cy="106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an Tongue Swabs Improve Tuberculosis Detection in Children?">
            <a:extLst>
              <a:ext uri="{FF2B5EF4-FFF2-40B4-BE49-F238E27FC236}">
                <a16:creationId xmlns:a16="http://schemas.microsoft.com/office/drawing/2014/main" id="{3906EECF-1776-CBA0-A2A8-C769223BE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457" y="3189180"/>
            <a:ext cx="1180560" cy="78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Bioneer Presents Near-Patient POC Molecular Diagnostic System at MEDICA  2022 - MEDICA 2022 - Hospimedica.com">
            <a:extLst>
              <a:ext uri="{FF2B5EF4-FFF2-40B4-BE49-F238E27FC236}">
                <a16:creationId xmlns:a16="http://schemas.microsoft.com/office/drawing/2014/main" id="{23C85170-BACB-EF15-E9CE-C951981A4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5914" y="4855951"/>
            <a:ext cx="1442857" cy="137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D4EF1E1-B18F-F077-35F6-E0500141DD14}"/>
              </a:ext>
            </a:extLst>
          </p:cNvPr>
          <p:cNvCxnSpPr>
            <a:cxnSpLocks/>
          </p:cNvCxnSpPr>
          <p:nvPr/>
        </p:nvCxnSpPr>
        <p:spPr>
          <a:xfrm flipH="1">
            <a:off x="5986942" y="4740802"/>
            <a:ext cx="5943600" cy="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C62E0D7-931D-6028-FF45-3BD86AADCCE5}"/>
              </a:ext>
            </a:extLst>
          </p:cNvPr>
          <p:cNvCxnSpPr>
            <a:cxnSpLocks/>
          </p:cNvCxnSpPr>
          <p:nvPr/>
        </p:nvCxnSpPr>
        <p:spPr>
          <a:xfrm flipH="1">
            <a:off x="5986942" y="3139901"/>
            <a:ext cx="5943600" cy="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0DB53CAB-6B16-9C5B-FAB2-8BD1AC4C1A25}"/>
              </a:ext>
            </a:extLst>
          </p:cNvPr>
          <p:cNvSpPr/>
          <p:nvPr/>
        </p:nvSpPr>
        <p:spPr>
          <a:xfrm>
            <a:off x="5743006" y="2896636"/>
            <a:ext cx="6448994" cy="179510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3C4059-4D95-BE3E-7A75-DA9CDF04B350}"/>
              </a:ext>
            </a:extLst>
          </p:cNvPr>
          <p:cNvSpPr/>
          <p:nvPr/>
        </p:nvSpPr>
        <p:spPr>
          <a:xfrm>
            <a:off x="5857781" y="3124629"/>
            <a:ext cx="6270101" cy="1615036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err="1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BF91C788-DA60-8768-8ACA-486CB8759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8017" y="3473306"/>
            <a:ext cx="799426" cy="106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213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FE5F83-4971-EE4F-5C15-83A23242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12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83A8A-D314-B705-0036-F0AE703F5D2C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Primary goal:</a:t>
            </a:r>
            <a:endParaRPr lang="en-US"/>
          </a:p>
          <a:p>
            <a:r>
              <a:rPr lang="en-US">
                <a:latin typeface="+mn-lt"/>
              </a:rPr>
              <a:t>Work with National Programs to </a:t>
            </a:r>
            <a:r>
              <a:rPr lang="en-US" b="1">
                <a:latin typeface="+mn-lt"/>
              </a:rPr>
              <a:t>accelerate </a:t>
            </a:r>
            <a:r>
              <a:rPr lang="en-US" b="1" u="sng">
                <a:latin typeface="+mn-lt"/>
              </a:rPr>
              <a:t>routine implementation and scale-up </a:t>
            </a:r>
            <a:r>
              <a:rPr lang="en-US" b="1">
                <a:latin typeface="+mn-lt"/>
              </a:rPr>
              <a:t>of Near Point-of-Care Tests</a:t>
            </a:r>
            <a:r>
              <a:rPr lang="en-US">
                <a:latin typeface="+mn-lt"/>
              </a:rPr>
              <a:t> (pending WHO guidance)  to ensure progress towards affordable access to molecular diagnostics as an initial TB diagnostic test. 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Secondary goals: </a:t>
            </a:r>
            <a:endParaRPr lang="en-US"/>
          </a:p>
          <a:p>
            <a:pPr lvl="0"/>
            <a:r>
              <a:rPr lang="en-US" b="1">
                <a:latin typeface="+mn-lt"/>
              </a:rPr>
              <a:t>Increase case detection </a:t>
            </a:r>
            <a:r>
              <a:rPr lang="en-US">
                <a:latin typeface="+mn-lt"/>
              </a:rPr>
              <a:t>by accelerating access to quality, affordable, near Point-of-Care TB diagnostics. </a:t>
            </a:r>
          </a:p>
          <a:p>
            <a:pPr lvl="0"/>
            <a:r>
              <a:rPr lang="en-US" b="1">
                <a:latin typeface="+mn-lt"/>
              </a:rPr>
              <a:t>Integrate TB diagnostics into decentralized delivery models </a:t>
            </a:r>
            <a:r>
              <a:rPr lang="en-US">
                <a:latin typeface="+mn-lt"/>
              </a:rPr>
              <a:t>and introduce more affordable molecular diagnostics that could be transitioned into domestic financing. </a:t>
            </a:r>
          </a:p>
          <a:p>
            <a:pPr lvl="0"/>
            <a:r>
              <a:rPr lang="en-US">
                <a:latin typeface="+mn-lt"/>
              </a:rPr>
              <a:t>Develop </a:t>
            </a:r>
            <a:r>
              <a:rPr lang="en-US" b="1">
                <a:latin typeface="+mn-lt"/>
              </a:rPr>
              <a:t>tools and experience to support introduction and accelerated scale-up</a:t>
            </a:r>
            <a:r>
              <a:rPr lang="en-US">
                <a:latin typeface="+mn-lt"/>
              </a:rPr>
              <a:t> of near Point-of-Care diagnostics in GC8 and ensure healthy market for sustainability. 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D050BE-8DD4-48BF-97BD-682E1CE1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584634"/>
            <a:ext cx="11471638" cy="468000"/>
          </a:xfrm>
        </p:spPr>
        <p:txBody>
          <a:bodyPr/>
          <a:lstStyle/>
          <a:p>
            <a:r>
              <a:rPr lang="en-US"/>
              <a:t>About the NPOC Early Adopter Initiative </a:t>
            </a:r>
          </a:p>
        </p:txBody>
      </p:sp>
    </p:spTree>
    <p:extLst>
      <p:ext uri="{BB962C8B-B14F-4D97-AF65-F5344CB8AC3E}">
        <p14:creationId xmlns:p14="http://schemas.microsoft.com/office/powerpoint/2010/main" val="4059644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6AA9F3-2415-3C22-67C7-50EE5DF7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13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4CC3A-7AE9-9578-8929-853A9990943D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/>
              <a:t>1. Procurement Support</a:t>
            </a:r>
          </a:p>
          <a:p>
            <a:pPr marL="179705" indent="-179705"/>
            <a:r>
              <a:rPr lang="en-US">
                <a:latin typeface="+mn-lt"/>
              </a:rPr>
              <a:t>Use of the Access Fund as a co-pay mechanism. </a:t>
            </a:r>
          </a:p>
          <a:p>
            <a:pPr marL="179705" indent="-179705"/>
            <a:r>
              <a:rPr lang="en-US">
                <a:latin typeface="+mn-lt"/>
              </a:rPr>
              <a:t>Portion of cost will be borne by Global Fund directly with the remaining amount financed by the grant, in coordination with the PRs. </a:t>
            </a:r>
          </a:p>
          <a:p>
            <a:pPr marL="179705" indent="-179705"/>
            <a:r>
              <a:rPr lang="en-US">
                <a:latin typeface="+mn-lt"/>
              </a:rPr>
              <a:t>Procurement will need to be done via the Global Fund’s </a:t>
            </a:r>
            <a:r>
              <a:rPr lang="en-US" err="1">
                <a:latin typeface="+mn-lt"/>
              </a:rPr>
              <a:t>wambo</a:t>
            </a:r>
            <a:r>
              <a:rPr lang="en-US">
                <a:latin typeface="+mn-lt"/>
              </a:rPr>
              <a:t>/PPM platform.</a:t>
            </a:r>
          </a:p>
          <a:p>
            <a:pPr marL="179705" indent="-179705"/>
            <a:r>
              <a:rPr lang="en-US">
                <a:latin typeface="+mn-lt"/>
              </a:rPr>
              <a:t>More information on the co-pay mechanism and potential volume of products available will be shared ahead of the meeting in Nairobi. </a:t>
            </a:r>
          </a:p>
          <a:p>
            <a:pPr marL="179705" indent="-179705"/>
            <a:r>
              <a:rPr lang="en-US">
                <a:latin typeface="+mn-lt"/>
              </a:rPr>
              <a:t>Aim for procurement orders to be placed by the latest mid Dec 2025 for implementation S1 2026.</a:t>
            </a:r>
          </a:p>
          <a:p>
            <a:pPr marL="0" indent="0">
              <a:buNone/>
            </a:pPr>
            <a:r>
              <a:rPr lang="en-US"/>
              <a:t>2. Technical Assistance</a:t>
            </a:r>
          </a:p>
          <a:p>
            <a:pPr marL="179705" indent="-179705"/>
            <a:r>
              <a:rPr lang="en-US">
                <a:latin typeface="+mn-lt"/>
              </a:rPr>
              <a:t>Technical Assistance support will be made available to National Programs during this initial implementation phase.</a:t>
            </a:r>
          </a:p>
          <a:p>
            <a:pPr marL="179705" indent="-179705"/>
            <a:r>
              <a:rPr lang="en-US">
                <a:latin typeface="+mn-lt"/>
              </a:rPr>
              <a:t>More information on the modalities will be shared in the next webinar.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5EB66-B2E9-3AC7-F065-22B4843A2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962" y="475200"/>
            <a:ext cx="11471638" cy="468000"/>
          </a:xfrm>
        </p:spPr>
        <p:txBody>
          <a:bodyPr/>
          <a:lstStyle/>
          <a:p>
            <a:r>
              <a:rPr lang="en-US"/>
              <a:t>Global Fund support for early adopters</a:t>
            </a:r>
          </a:p>
        </p:txBody>
      </p:sp>
    </p:spTree>
    <p:extLst>
      <p:ext uri="{BB962C8B-B14F-4D97-AF65-F5344CB8AC3E}">
        <p14:creationId xmlns:p14="http://schemas.microsoft.com/office/powerpoint/2010/main" val="3046582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3B850-0311-D11B-3A3C-EAEDF7475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3D7C8C-2314-F41E-399F-CA65AB5D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E927-25C7-4379-86F1-C17ED9D2A7F2}" type="slidenum">
              <a:rPr lang="en-US" smtClean="0"/>
              <a:t>14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09AEF15-1953-9B43-F42C-D3326B573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10" y="663252"/>
            <a:ext cx="11471638" cy="468000"/>
          </a:xfrm>
        </p:spPr>
        <p:txBody>
          <a:bodyPr/>
          <a:lstStyle/>
          <a:p>
            <a:pPr algn="ctr"/>
            <a:r>
              <a:rPr lang="en-US"/>
              <a:t>What are the next steps?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99A345-A48B-9E38-66EF-ECF39BB0FDDE}"/>
              </a:ext>
            </a:extLst>
          </p:cNvPr>
          <p:cNvGrpSpPr/>
          <p:nvPr/>
        </p:nvGrpSpPr>
        <p:grpSpPr>
          <a:xfrm>
            <a:off x="1436276" y="1963820"/>
            <a:ext cx="10378812" cy="1747978"/>
            <a:chOff x="1303219" y="1744022"/>
            <a:chExt cx="10568819" cy="177998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C68681-CD59-55B8-4C0B-AF5FF1D3CBB1}"/>
                </a:ext>
              </a:extLst>
            </p:cNvPr>
            <p:cNvSpPr/>
            <p:nvPr/>
          </p:nvSpPr>
          <p:spPr>
            <a:xfrm>
              <a:off x="1303219" y="3004458"/>
              <a:ext cx="736270" cy="51954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Georgia" panose="02040502050405020303" pitchFamily="18" charset="0"/>
                </a:rPr>
                <a:t>July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3C9A03F-DCCB-71D1-0146-808CE23150F2}"/>
                </a:ext>
              </a:extLst>
            </p:cNvPr>
            <p:cNvSpPr/>
            <p:nvPr/>
          </p:nvSpPr>
          <p:spPr>
            <a:xfrm>
              <a:off x="2286474" y="3004458"/>
              <a:ext cx="736270" cy="51954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Georgia" panose="02040502050405020303" pitchFamily="18" charset="0"/>
                </a:rPr>
                <a:t>Aug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FBB8A67-9045-A0E9-D157-7D90013D2C78}"/>
                </a:ext>
              </a:extLst>
            </p:cNvPr>
            <p:cNvSpPr/>
            <p:nvPr/>
          </p:nvSpPr>
          <p:spPr>
            <a:xfrm>
              <a:off x="3269729" y="3004458"/>
              <a:ext cx="736270" cy="51954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Georgia" panose="02040502050405020303" pitchFamily="18" charset="0"/>
                </a:rPr>
                <a:t>Sept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D520D33-85C2-CA28-7FD6-5E52BEEF5A7C}"/>
                </a:ext>
              </a:extLst>
            </p:cNvPr>
            <p:cNvSpPr/>
            <p:nvPr/>
          </p:nvSpPr>
          <p:spPr>
            <a:xfrm>
              <a:off x="4252984" y="3004458"/>
              <a:ext cx="736270" cy="51954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Georgia" panose="02040502050405020303" pitchFamily="18" charset="0"/>
                </a:rPr>
                <a:t>Oct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6D40831-AA4D-0F61-D456-08F13DC78DCE}"/>
                </a:ext>
              </a:extLst>
            </p:cNvPr>
            <p:cNvSpPr txBox="1"/>
            <p:nvPr/>
          </p:nvSpPr>
          <p:spPr>
            <a:xfrm>
              <a:off x="4064293" y="1744022"/>
              <a:ext cx="1113650" cy="18804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600"/>
                </a:spcBef>
              </a:pPr>
              <a:endParaRPr lang="en-US" sz="12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AB660FE-04A3-2A2E-9087-32CC61AC1A85}"/>
                </a:ext>
              </a:extLst>
            </p:cNvPr>
            <p:cNvSpPr/>
            <p:nvPr/>
          </p:nvSpPr>
          <p:spPr>
            <a:xfrm>
              <a:off x="5236239" y="3004458"/>
              <a:ext cx="736270" cy="51954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Georgia" panose="02040502050405020303" pitchFamily="18" charset="0"/>
                </a:rPr>
                <a:t>Nov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B63882F-A80A-5105-9566-4B602B39E2EC}"/>
                </a:ext>
              </a:extLst>
            </p:cNvPr>
            <p:cNvSpPr/>
            <p:nvPr/>
          </p:nvSpPr>
          <p:spPr>
            <a:xfrm>
              <a:off x="6219494" y="3004458"/>
              <a:ext cx="736270" cy="51954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Georgia" panose="02040502050405020303" pitchFamily="18" charset="0"/>
                </a:rPr>
                <a:t>Dec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CB4C7A4-C9C4-3FB3-489A-CCE887F9327C}"/>
                </a:ext>
              </a:extLst>
            </p:cNvPr>
            <p:cNvSpPr/>
            <p:nvPr/>
          </p:nvSpPr>
          <p:spPr>
            <a:xfrm>
              <a:off x="7202749" y="3004458"/>
              <a:ext cx="736270" cy="51954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Georgia" panose="02040502050405020303" pitchFamily="18" charset="0"/>
                </a:rPr>
                <a:t>Jan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6A80480-9C25-44CB-A447-04CF20D09034}"/>
                </a:ext>
              </a:extLst>
            </p:cNvPr>
            <p:cNvSpPr/>
            <p:nvPr/>
          </p:nvSpPr>
          <p:spPr>
            <a:xfrm>
              <a:off x="8186004" y="3004458"/>
              <a:ext cx="736270" cy="51954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Georgia" panose="02040502050405020303" pitchFamily="18" charset="0"/>
                </a:rPr>
                <a:t>Feb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D39DEEA-625C-E6DE-DFDC-B223F33FE234}"/>
                </a:ext>
              </a:extLst>
            </p:cNvPr>
            <p:cNvSpPr/>
            <p:nvPr/>
          </p:nvSpPr>
          <p:spPr>
            <a:xfrm>
              <a:off x="9169259" y="3004458"/>
              <a:ext cx="736270" cy="51954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Georgia" panose="02040502050405020303" pitchFamily="18" charset="0"/>
                </a:rPr>
                <a:t>Mar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46B328C-A6DD-A64D-E407-4739E1116530}"/>
                </a:ext>
              </a:extLst>
            </p:cNvPr>
            <p:cNvSpPr/>
            <p:nvPr/>
          </p:nvSpPr>
          <p:spPr>
            <a:xfrm>
              <a:off x="10152514" y="3004458"/>
              <a:ext cx="736270" cy="51954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Georgia" panose="02040502050405020303" pitchFamily="18" charset="0"/>
                </a:rPr>
                <a:t>Apr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583DCEE-CE48-7CD3-320C-1566B20D9252}"/>
                </a:ext>
              </a:extLst>
            </p:cNvPr>
            <p:cNvSpPr/>
            <p:nvPr/>
          </p:nvSpPr>
          <p:spPr>
            <a:xfrm>
              <a:off x="11135768" y="3004458"/>
              <a:ext cx="736270" cy="51954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latin typeface="Georgia" panose="02040502050405020303" pitchFamily="18" charset="0"/>
                </a:rPr>
                <a:t>May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FCE064-C788-B887-D61B-82FF37EBBDE4}"/>
              </a:ext>
            </a:extLst>
          </p:cNvPr>
          <p:cNvCxnSpPr>
            <a:cxnSpLocks/>
          </p:cNvCxnSpPr>
          <p:nvPr/>
        </p:nvCxnSpPr>
        <p:spPr>
          <a:xfrm flipV="1">
            <a:off x="4646975" y="3710102"/>
            <a:ext cx="658" cy="478136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2D74F5-E5A9-B5F3-09D8-7ED34B70B143}"/>
              </a:ext>
            </a:extLst>
          </p:cNvPr>
          <p:cNvSpPr txBox="1"/>
          <p:nvPr/>
        </p:nvSpPr>
        <p:spPr>
          <a:xfrm>
            <a:off x="4100160" y="4248960"/>
            <a:ext cx="1093629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/>
              <a:t>Early Adopters Workshop in Nairobi</a:t>
            </a:r>
            <a:endParaRPr lang="en-US" b="1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F272B2-363F-EBD0-9A04-0457B4FF251C}"/>
              </a:ext>
            </a:extLst>
          </p:cNvPr>
          <p:cNvCxnSpPr>
            <a:cxnSpLocks/>
          </p:cNvCxnSpPr>
          <p:nvPr/>
        </p:nvCxnSpPr>
        <p:spPr>
          <a:xfrm flipV="1">
            <a:off x="9489739" y="2723460"/>
            <a:ext cx="658" cy="478135"/>
          </a:xfrm>
          <a:prstGeom prst="line">
            <a:avLst/>
          </a:prstGeom>
          <a:ln>
            <a:headEnd type="none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9EC398F-3727-3458-B238-28B635E932EC}"/>
              </a:ext>
            </a:extLst>
          </p:cNvPr>
          <p:cNvSpPr txBox="1"/>
          <p:nvPr/>
        </p:nvSpPr>
        <p:spPr>
          <a:xfrm>
            <a:off x="8978326" y="1964103"/>
            <a:ext cx="102282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/>
              <a:t>NPOC roll-out in early adopter countries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811DE51-4F57-A242-9180-2418732FF0B0}"/>
              </a:ext>
            </a:extLst>
          </p:cNvPr>
          <p:cNvCxnSpPr>
            <a:cxnSpLocks/>
          </p:cNvCxnSpPr>
          <p:nvPr/>
        </p:nvCxnSpPr>
        <p:spPr>
          <a:xfrm flipV="1">
            <a:off x="7525635" y="2738181"/>
            <a:ext cx="658" cy="478135"/>
          </a:xfrm>
          <a:prstGeom prst="line">
            <a:avLst/>
          </a:prstGeom>
          <a:ln>
            <a:headEnd type="none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ED1CB56-0D7F-C456-C2A0-E34BEDE19818}"/>
              </a:ext>
            </a:extLst>
          </p:cNvPr>
          <p:cNvSpPr txBox="1"/>
          <p:nvPr/>
        </p:nvSpPr>
        <p:spPr>
          <a:xfrm>
            <a:off x="6956549" y="2270593"/>
            <a:ext cx="120657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/>
              <a:t>WHO Rapid Communication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4FD34A3-C83C-1AFF-6958-B8847175FB42}"/>
              </a:ext>
            </a:extLst>
          </p:cNvPr>
          <p:cNvCxnSpPr>
            <a:cxnSpLocks/>
          </p:cNvCxnSpPr>
          <p:nvPr/>
        </p:nvCxnSpPr>
        <p:spPr>
          <a:xfrm flipV="1">
            <a:off x="1738616" y="2734203"/>
            <a:ext cx="658" cy="478135"/>
          </a:xfrm>
          <a:prstGeom prst="line">
            <a:avLst/>
          </a:prstGeom>
          <a:ln>
            <a:headEnd type="none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C379F76-66D2-D6A1-92C6-EB18F74518D9}"/>
              </a:ext>
            </a:extLst>
          </p:cNvPr>
          <p:cNvSpPr txBox="1"/>
          <p:nvPr/>
        </p:nvSpPr>
        <p:spPr>
          <a:xfrm>
            <a:off x="928334" y="2064658"/>
            <a:ext cx="1670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Global Fund ERPD Approval of Plus Life </a:t>
            </a:r>
            <a:r>
              <a:rPr lang="en-US" sz="1200" err="1"/>
              <a:t>MiniDock</a:t>
            </a:r>
            <a:r>
              <a:rPr lang="en-US" sz="1200"/>
              <a:t> MTB test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FDB8C1-192E-C721-CABF-D437A6CDB67D}"/>
              </a:ext>
            </a:extLst>
          </p:cNvPr>
          <p:cNvSpPr txBox="1"/>
          <p:nvPr/>
        </p:nvSpPr>
        <p:spPr>
          <a:xfrm>
            <a:off x="365312" y="1209280"/>
            <a:ext cx="1081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Key dates in the timeline for the introduction of NPOC tests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650B1D-7D47-2131-31BA-5DF1C397EFBC}"/>
              </a:ext>
            </a:extLst>
          </p:cNvPr>
          <p:cNvSpPr txBox="1"/>
          <p:nvPr/>
        </p:nvSpPr>
        <p:spPr>
          <a:xfrm>
            <a:off x="4903775" y="1912349"/>
            <a:ext cx="1512655" cy="70788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>
                <a:cs typeface="Arial"/>
              </a:rPr>
              <a:t>WHO GDG on NPOC</a:t>
            </a:r>
          </a:p>
          <a:p>
            <a:pPr algn="ctr">
              <a:spcBef>
                <a:spcPts val="600"/>
              </a:spcBef>
            </a:pPr>
            <a:r>
              <a:rPr lang="en-US" sz="1200" b="1">
                <a:cs typeface="Arial"/>
              </a:rPr>
              <a:t> + Tongue swab </a:t>
            </a:r>
          </a:p>
          <a:p>
            <a:pPr algn="ctr">
              <a:spcBef>
                <a:spcPts val="600"/>
              </a:spcBef>
            </a:pPr>
            <a:r>
              <a:rPr lang="en-US" sz="1200" b="1">
                <a:cs typeface="Arial"/>
              </a:rPr>
              <a:t>+ Pooling</a:t>
            </a:r>
            <a:endParaRPr lang="en-US" b="1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44DFEC-2ABB-12DB-E45A-DC1C8BE17F5C}"/>
              </a:ext>
            </a:extLst>
          </p:cNvPr>
          <p:cNvCxnSpPr>
            <a:cxnSpLocks/>
          </p:cNvCxnSpPr>
          <p:nvPr/>
        </p:nvCxnSpPr>
        <p:spPr>
          <a:xfrm flipH="1">
            <a:off x="5644574" y="2673762"/>
            <a:ext cx="5878" cy="542073"/>
          </a:xfrm>
          <a:prstGeom prst="line">
            <a:avLst/>
          </a:prstGeom>
          <a:ln>
            <a:solidFill>
              <a:schemeClr val="accent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9DF8AD-3C69-5E4B-2C29-83B267306165}"/>
              </a:ext>
            </a:extLst>
          </p:cNvPr>
          <p:cNvCxnSpPr>
            <a:cxnSpLocks/>
          </p:cNvCxnSpPr>
          <p:nvPr/>
        </p:nvCxnSpPr>
        <p:spPr>
          <a:xfrm flipV="1">
            <a:off x="2742932" y="3647276"/>
            <a:ext cx="658" cy="478136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493CA3-316B-7ED6-CA82-A5E24E95DBB6}"/>
              </a:ext>
            </a:extLst>
          </p:cNvPr>
          <p:cNvCxnSpPr>
            <a:cxnSpLocks/>
          </p:cNvCxnSpPr>
          <p:nvPr/>
        </p:nvCxnSpPr>
        <p:spPr>
          <a:xfrm flipV="1">
            <a:off x="3716357" y="2738180"/>
            <a:ext cx="658" cy="478136"/>
          </a:xfrm>
          <a:prstGeom prst="line">
            <a:avLst/>
          </a:prstGeom>
          <a:ln>
            <a:headEnd type="none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79B2E56-7CEC-C96E-B617-2A25BD086726}"/>
              </a:ext>
            </a:extLst>
          </p:cNvPr>
          <p:cNvSpPr txBox="1"/>
          <p:nvPr/>
        </p:nvSpPr>
        <p:spPr>
          <a:xfrm>
            <a:off x="3124888" y="2304430"/>
            <a:ext cx="120657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/>
              <a:t>Preparatory Webinars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D3336D-E5E6-B276-89DD-917653DF4DEF}"/>
              </a:ext>
            </a:extLst>
          </p:cNvPr>
          <p:cNvSpPr txBox="1"/>
          <p:nvPr/>
        </p:nvSpPr>
        <p:spPr>
          <a:xfrm>
            <a:off x="2272954" y="4293242"/>
            <a:ext cx="97562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/>
              <a:t>Invite countries to participate in Initiative 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6BE492-D05A-2DCB-8BA2-B0E7647C1F1E}"/>
              </a:ext>
            </a:extLst>
          </p:cNvPr>
          <p:cNvCxnSpPr>
            <a:cxnSpLocks/>
          </p:cNvCxnSpPr>
          <p:nvPr/>
        </p:nvCxnSpPr>
        <p:spPr>
          <a:xfrm flipV="1">
            <a:off x="5906658" y="3710102"/>
            <a:ext cx="0" cy="415310"/>
          </a:xfrm>
          <a:prstGeom prst="line">
            <a:avLst/>
          </a:prstGeom>
          <a:ln>
            <a:head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AB649E7-AF33-D601-3003-27B005B3823F}"/>
              </a:ext>
            </a:extLst>
          </p:cNvPr>
          <p:cNvSpPr txBox="1"/>
          <p:nvPr/>
        </p:nvSpPr>
        <p:spPr>
          <a:xfrm>
            <a:off x="5272356" y="4175620"/>
            <a:ext cx="1244217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/>
              <a:t>NPOC Order placements</a:t>
            </a:r>
            <a:endParaRPr lang="en-US" sz="1200" b="1">
              <a:cs typeface="Arial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72E89A3-7210-7FDB-C5D8-34E4140CC95A}"/>
              </a:ext>
            </a:extLst>
          </p:cNvPr>
          <p:cNvCxnSpPr>
            <a:cxnSpLocks/>
          </p:cNvCxnSpPr>
          <p:nvPr/>
        </p:nvCxnSpPr>
        <p:spPr>
          <a:xfrm flipV="1">
            <a:off x="3630632" y="3689207"/>
            <a:ext cx="0" cy="1113751"/>
          </a:xfrm>
          <a:prstGeom prst="line">
            <a:avLst/>
          </a:prstGeom>
          <a:ln>
            <a:head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0EE34F9-55F0-9082-0D26-AB3E243B3454}"/>
              </a:ext>
            </a:extLst>
          </p:cNvPr>
          <p:cNvSpPr txBox="1"/>
          <p:nvPr/>
        </p:nvSpPr>
        <p:spPr>
          <a:xfrm>
            <a:off x="3040266" y="4970788"/>
            <a:ext cx="1192236" cy="8156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/>
              <a:t>Public Announcement of Initiative </a:t>
            </a:r>
          </a:p>
          <a:p>
            <a:pPr algn="ctr">
              <a:spcBef>
                <a:spcPts val="600"/>
              </a:spcBef>
            </a:pPr>
            <a:r>
              <a:rPr lang="en-US" sz="1200"/>
              <a:t>(24</a:t>
            </a:r>
            <a:r>
              <a:rPr lang="en-US" sz="1200" baseline="30000"/>
              <a:t>th</a:t>
            </a:r>
            <a:r>
              <a:rPr lang="en-US" sz="1200"/>
              <a:t> Sept.) </a:t>
            </a:r>
            <a:endParaRPr lang="en-US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583DCF70-0EF7-D1C3-BCA4-079B470D7722}"/>
              </a:ext>
            </a:extLst>
          </p:cNvPr>
          <p:cNvCxnSpPr>
            <a:stCxn id="9" idx="2"/>
          </p:cNvCxnSpPr>
          <p:nvPr/>
        </p:nvCxnSpPr>
        <p:spPr>
          <a:xfrm rot="16200000" flipH="1">
            <a:off x="4704201" y="4745732"/>
            <a:ext cx="537162" cy="6516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31858DB-A2BF-B906-EDAB-69B909FD401E}"/>
              </a:ext>
            </a:extLst>
          </p:cNvPr>
          <p:cNvSpPr txBox="1"/>
          <p:nvPr/>
        </p:nvSpPr>
        <p:spPr>
          <a:xfrm>
            <a:off x="5378245" y="4970789"/>
            <a:ext cx="2458065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u="sng"/>
              <a:t>Key Outcomes</a:t>
            </a:r>
            <a:r>
              <a:rPr lang="en-US" sz="1200" b="1"/>
              <a:t>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/>
              <a:t>Finalize implementation plans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/>
              <a:t>Articulate TA and funding needs</a:t>
            </a:r>
          </a:p>
          <a:p>
            <a:pPr algn="l"/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971005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89A457-B3A5-5AAC-E4AD-9675FEA9BF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1175" y="746126"/>
            <a:ext cx="6537325" cy="1528762"/>
          </a:xfrm>
        </p:spPr>
        <p:txBody>
          <a:bodyPr/>
          <a:lstStyle/>
          <a:p>
            <a:r>
              <a:rPr lang="en-US" sz="600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5268758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XCOLS" val="9"/>
  <p:tag name="MAXROWS" val="6"/>
  <p:tag name="MAXGUTTERROW" val="1 cm"/>
  <p:tag name="MAXGUTTERCOL" val="1 cm"/>
  <p:tag name="GUIDEMETRICUNIT" val="cm"/>
  <p:tag name="MASTERLEFTMARGIN" val="28.3465"/>
  <p:tag name="MASTERTOPMARGIN" val="141.7324"/>
  <p:tag name="MASTERBOTTOMMARGIN" val="70.8661"/>
  <p:tag name="MASTERRIGHTMARGIN" val="28.3465"/>
  <p:tag name="CUSTMASTERLEFTMARGIN" val="28.3465"/>
  <p:tag name="CUSTMASTERTOPMARGIN" val="141.7324"/>
  <p:tag name="CUSTMASTERBOTTOMMARGIN" val="70.8661"/>
  <p:tag name="CUSTMASTERRIGHTMARGIN" val="28.3465"/>
  <p:tag name="GUIDESAPPLIEDTO" val="2"/>
  <p:tag name="TITLETOPMARGIN" val="21.2599"/>
  <p:tag name="TITLEBOTTOMMARGIN" val="95.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SMEASURMENT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STITLESHAPE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41.7323"/>
  <p:tag name="MASTERLEFTMARGIN" val="28.3465"/>
  <p:tag name="MASTERRIGHTMARGIN" val="28.3465"/>
  <p:tag name="MASTERBOTTOMMARGIN" val="70.8661"/>
  <p:tag name="CUSTMASTERTOPMARGIN" val="141.7323"/>
  <p:tag name="CUSTMASTERLEFTMARGIN" val="28.3465"/>
  <p:tag name="CUSTMASTERRIGHTMARGIN" val="28.3465"/>
  <p:tag name="CUSTMASTERBOTTOMMARGIN" val="70.8661"/>
  <p:tag name="GUIDECOLS" val="2"/>
  <p:tag name="GUIDEROWS" val="1"/>
  <p:tag name="GUTTERCOL" val="0.6 cm"/>
  <p:tag name="GUTTERROW" val="0.6 cm"/>
  <p:tag name="GUIDESAPPLIEDTO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TOPMARGIN" val="141.7323"/>
  <p:tag name="MASTERLEFTMARGIN" val="28.3465"/>
  <p:tag name="MASTERRIGHTMARGIN" val="28.3465"/>
  <p:tag name="MASTERBOTTOMMARGIN" val="70.8661"/>
  <p:tag name="CUSTMASTERTOPMARGIN" val="141.7323"/>
  <p:tag name="CUSTMASTERLEFTMARGIN" val="28.3465"/>
  <p:tag name="CUSTMASTERRIGHTMARGIN" val="28.3465"/>
  <p:tag name="CUSTMASTERBOTTOMMARGIN" val="70.8661"/>
  <p:tag name="GUIDECOLS" val="3"/>
  <p:tag name="GUIDEROWS" val="1"/>
  <p:tag name="GUTTERCOL" val="0.6 cm"/>
  <p:tag name="GUTTERROW" val="0.6 cm"/>
  <p:tag name="GUIDESAPPLIEDTO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UIDECOLS" val="1"/>
  <p:tag name="GUIDEROWS" val="1"/>
  <p:tag name="GUTTERCOL" val="0.6 cm"/>
  <p:tag name="GUTTERROW" val="0.6 cm"/>
  <p:tag name="GUIDESAPPLIEDTO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__Global Fund">
      <a:dk1>
        <a:sysClr val="windowText" lastClr="000000"/>
      </a:dk1>
      <a:lt1>
        <a:sysClr val="window" lastClr="FFFFFF"/>
      </a:lt1>
      <a:dk2>
        <a:srgbClr val="939393"/>
      </a:dk2>
      <a:lt2>
        <a:srgbClr val="D1D3D4"/>
      </a:lt2>
      <a:accent1>
        <a:srgbClr val="EE0C3D"/>
      </a:accent1>
      <a:accent2>
        <a:srgbClr val="2E4DF9"/>
      </a:accent2>
      <a:accent3>
        <a:srgbClr val="FAD90D"/>
      </a:accent3>
      <a:accent4>
        <a:srgbClr val="44CC36"/>
      </a:accent4>
      <a:accent5>
        <a:srgbClr val="FC9B00"/>
      </a:accent5>
      <a:accent6>
        <a:srgbClr val="8C29D3"/>
      </a:accent6>
      <a:hlink>
        <a:srgbClr val="EE0C3D"/>
      </a:hlink>
      <a:folHlink>
        <a:srgbClr val="2E4DF9"/>
      </a:folHlink>
    </a:clrScheme>
    <a:fontScheme name="The Global Fund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0" tIns="0" rIns="0" bIns="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.potx" id="{0E450436-E164-4C98-91D5-B61F304C1443}" vid="{06F56BEF-E294-4202-A558-926633D5E1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F77F50F-73C3-44CC-94D4-03094731EB38}">
  <we:reference id="f1abd87f-a3ba-42fb-91d5-100000000000" version="1.0.0.6" store="EXCatalog" storeType="EXCatalog"/>
  <we:alternateReferences>
    <we:reference id="WA104380278" version="1.0.0.6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97a2c079-d1fd-410b-b0f0-ee08b7165110" xsi:nil="true"/>
    <_ip_UnifiedCompliancePolicyProperties xmlns="http://schemas.microsoft.com/sharepoint/v3" xsi:nil="true"/>
    <lcf76f155ced4ddcb4097134ff3c332f xmlns="ecec8ee7-b3c7-4679-b857-7de51bbbdd74">
      <Terms xmlns="http://schemas.microsoft.com/office/infopath/2007/PartnerControls"/>
    </lcf76f155ced4ddcb4097134ff3c332f>
    <_dlc_DocId xmlns="fa473315-44a4-4518-8a4f-31f7017f3642">V7NQRSZFZRYD-1647878794-7767</_dlc_DocId>
    <_dlc_DocIdUrl xmlns="fa473315-44a4-4518-8a4f-31f7017f3642">
      <Url>https://tgf.sharepoint.com/sites/TSTAP1/TBTM/_layouts/15/DocIdRedir.aspx?ID=V7NQRSZFZRYD-1647878794-7767</Url>
      <Description>V7NQRSZFZRYD-1647878794-7767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TemplafyFormConfiguration><![CDATA[{"formFields":[{"distinct":false,"hideIfNoUserInteractionRequired":false,"required":false,"defaultValue":"{{UserProfile.Language.Name}}","autoSelectFirstOption":false,"helpTexts":{},"spacing":{},"shareValue":false,"type":"dropDown","dataSourceName":"Language","dataSourceFieldName":"Name","name":"DocLang","label":"Document Language"}],"formDataEntries":[{"name":"DocLang","value":"WkTS6mC53x5szA/EagX98vcQ4iGOuzWmGTQDOVE5Psk="}]}]]></TemplafyFormConfiguration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5.xml><?xml version="1.0" encoding="utf-8"?>
<TemplafyTemplateConfiguration><![CDATA[{"elementsMetadata":[{"type":"shape","id":"f44a8b3c-71e9-4dbc-9227-2e9c8d9f8083","elementConfiguration":{"inheritDimensions":"{{InheritDimensions.InheritWidth}}","width":"","height":"","image":"{{Form.DocLang.Logo_horizontal.Image}}","visibility":"","type":"image","disableUpdates":false}},{"type":"shape","id":"1ff7e3b0-6cc5-4ee3-8a27-02871c6d243a","elementConfiguration":{"inheritDimensions":"{{InheritDimensions.InheritWidth}}","width":"","height":"","image":"{{Form.DocLang.Logo_stacked_black.Image}}","visibility":"","type":"image","disableUpdates":false}},{"type":"shape","id":"5e7c88fa-d067-4d2d-881f-a102b396e6f8","elementConfiguration":{"inheritDimensions":"{{InheritDimensions.InheritWidth}}","width":"","height":"","image":"{{Form.DocLang.Logo_horizontal.Image}}","visibility":"","type":"image","disableUpdates":false}},{"type":"shape","id":"db5c3a06-54a4-4554-b3cb-9f1f031c7f21","elementConfiguration":{"inheritDimensions":"{{InheritDimensions.InheritWidth}}","width":"","height":"","image":"{{Form.DocLang.Logo_horizontal_white.Image}}","visibility":"","type":"image","disableUpdates":false}},{"type":"shape","id":"03c78d06-424b-409e-b3c1-0f189495a00d","elementConfiguration":{"inheritDimensions":"{{InheritDimensions.InheritWidth}}","width":"","height":"","image":"{{Form.DocLang.Logo_stacked_colour.Image}}","visibility":"","type":"image","disableUpdates":false}},{"type":"shape","id":"a1a790e1-f764-4a85-ad8c-a0c93790a276","elementConfiguration":{"inheritDimensions":"{{InheritDimensions.InheritWidth}}","width":"","height":"","image":"{{Form.DocLang.Logo_stacked_colour.Image}}","visibility":"","type":"image","disableUpdates":false}},{"type":"shape","id":"0459a4d7-aeb9-4762-877c-da610e242a38","elementConfiguration":{"inheritDimensions":"{{InheritDimensions.InheritWidth}}","width":"","height":"","image":"{{Form.DocLang.Logo_stacked_black.Image}}","visibility":"","type":"image","disableUpdates":false}},{"type":"shape","id":"b95b26c4-0d19-48ad-9c75-04f1a327b4db","elementConfiguration":{"inheritDimensions":"{{InheritDimensions.InheritWidth}}","width":"","height":"","image":"{{Form.DocLang.Logo_stacked_white.Image}}","visibility":"","type":"image","disableUpdates":false}},{"type":"shape","id":"6b05dd44-314e-4f44-9b16-7fa51470b847","elementConfiguration":{"inheritDimensions":"{{InheritDimensions.InheritWidth}}","width":"","height":"","image":"{{Form.DocLang.Logo_horizontal_white.Image}}","visibility":"","type":"image","disableUpdates":false}},{"type":"shape","id":"d0bf1b2c-9b74-496f-be4b-f8b354b5f0b3","elementConfiguration":{"inheritDimensions":"{{InheritDimensions.InheritWidth}}","width":"","height":"","image":"{{Form.DocLang.Logo_horizontal_white.Image}}","visibility":"","type":"image","disableUpdates":false}},{"type":"shape","id":"5331917d-7194-4c10-aab3-40991e160bdc","elementConfiguration":{"inheritDimensions":"{{InheritDimensions.InheritWidth}}","width":"","height":"","image":"{{Form.DocLang.Logo_horizontal.Image}}","visibility":"","type":"image","disableUpdates":false}},{"type":"shape","id":"b85860b3-a882-4c77-867a-62259650dc43","elementConfiguration":{"inheritDimensions":"{{InheritDimensions.InheritWidth}}","width":"","height":"","image":"{{Form.DocLang.Logo_horizontal_white.Image}}","visibility":"","type":"image","disableUpdates":false}},{"type":"shape","id":"ec701f18-a766-4392-a79b-e97d5017bf19","elementConfiguration":{"inheritDimensions":"{{InheritDimensions.InheritWidth}}","width":"","height":"","image":"{{Form.DocLang.Logo_stacked_black.Image}}","visibility":"","type":"image","disableUpdates":false}},{"type":"shape","id":"d527cc10-31b7-441a-bdce-39dbb6476c66","elementConfiguration":{"inheritDimensions":"{{InheritDimensions.InheritWidth}}","width":"","height":"","image":"{{Form.DocLang.Logo_stacked_white.Image}}","visibility":"","type":"image","disableUpdates":false}},{"type":"shape","id":"5db0a5d8-5622-4f83-b75a-66b12b04f43b","elementConfiguration":{"inheritDimensions":"{{InheritDimensions.InheritWidth}}","width":"","height":"","image":"{{Form.DocLang.Logo_horizontal_white.Image}}","visibility":"","type":"image","disableUpdates":false}},{"type":"shape","id":"17c9c6f3-08ba-4144-ab9f-8bead2470fbf","elementConfiguration":{"inheritDimensions":"{{InheritDimensions.InheritWidth}}","width":"","height":"","image":"{{Form.DocLang.Logo_stacked_colour.Image}}","visibility":"","type":"image","disableUpdates":false}},{"type":"shape","id":"bcab3786-8be8-4d7a-a6ae-3a4e467ab331","elementConfiguration":{"inheritDimensions":"{{InheritDimensions.InheritWidth}}","width":"","height":"","image":"{{Form.DocLang.Logo_stacked_black.Image}}","visibility":"","type":"image","disableUpdates":false}},{"type":"shape","id":"54553afd-9962-4e8f-b36f-8934fb5ab03a","elementConfiguration":{"inheritDimensions":"{{InheritDimensions.InheritWidth}}","width":"","height":"","image":"{{Form.DocLang.Logo_horizontal.Image}}","visibility":"","type":"image","disableUpdates":false}},{"type":"shape","id":"3d024485-9079-4abd-bdef-ac0a2116e183","elementConfiguration":{"inheritDimensions":"{{InheritDimensions.InheritWidth}}","width":"","height":"","image":"{{Form.DocLang.Logo_stacked_colour.Image}}","visibility":"","type":"image","disableUpdates":false}},{"type":"shape","id":"071143f8-872e-454c-8cbe-975ec7f0ab56","elementConfiguration":{"inheritDimensions":"{{InheritDimensions.InheritWidth}}","width":"","height":"","image":"{{Form.DocLang.Logo_horizontal_white.Image}}","visibility":"","type":"image","disableUpdates":false}},{"type":"shape","id":"c8a1c32b-043b-4145-899a-75a2afba2ffc","elementConfiguration":{"inheritDimensions":"{{InheritDimensions.InheritWidth}}","width":"","height":"","image":"{{Form.DocLang.Logo_stacked_black.Image}}","visibility":"","type":"image","disableUpdates":false}}],"transformationConfigurations":[{"language":"{{Form.DocLang.Language.Language}}","disableUpdates":false,"type":"proofingLanguage"}],"templateName":"Default_20240321","templateDescription":"","enableDocumentContentUpdater":true,"version":"2.0"}]]></TemplafyTemplateConfiguration>
</file>

<file path=customXml/item6.xml><?xml version="1.0" encoding="utf-8"?>
<ct:contentTypeSchema xmlns:ct="http://schemas.microsoft.com/office/2006/metadata/contentType" xmlns:ma="http://schemas.microsoft.com/office/2006/metadata/properties/metaAttributes" ct:_="" ma:_="" ma:contentTypeName="Working Document" ma:contentTypeID="0x01010014768F94803F42BEA62C5B7969543DC7003026E8EE7CF98846B3D905D4D457335F" ma:contentTypeVersion="139" ma:contentTypeDescription="A Word document." ma:contentTypeScope="" ma:versionID="3dd0a6d46cd76a18402503fd33f6eb29">
  <xsd:schema xmlns:xsd="http://www.w3.org/2001/XMLSchema" xmlns:xs="http://www.w3.org/2001/XMLSchema" xmlns:p="http://schemas.microsoft.com/office/2006/metadata/properties" xmlns:ns1="http://schemas.microsoft.com/sharepoint/v3" xmlns:ns2="fa473315-44a4-4518-8a4f-31f7017f3642" xmlns:ns3="ecec8ee7-b3c7-4679-b857-7de51bbbdd74" xmlns:ns4="97a2c079-d1fd-410b-b0f0-ee08b7165110" targetNamespace="http://schemas.microsoft.com/office/2006/metadata/properties" ma:root="true" ma:fieldsID="a6851d03dc2b8cb510be02fffb0baefc" ns1:_="" ns2:_="" ns3:_="" ns4:_="">
    <xsd:import namespace="http://schemas.microsoft.com/sharepoint/v3"/>
    <xsd:import namespace="fa473315-44a4-4518-8a4f-31f7017f3642"/>
    <xsd:import namespace="ecec8ee7-b3c7-4679-b857-7de51bbbdd74"/>
    <xsd:import namespace="97a2c079-d1fd-410b-b0f0-ee08b716511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4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473315-44a4-4518-8a4f-31f7017f364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ec8ee7-b3c7-4679-b857-7de51bbbdd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cbc5697c-9d86-4020-9001-b7da57404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a2c079-d1fd-410b-b0f0-ee08b7165110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958cf34-76e9-42d0-b4ec-15f299bd8e80}" ma:internalName="TaxCatchAll" ma:showField="CatchAllData" ma:web="f38a6ea3-8fa1-4d99-a918-482700c446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7.xml><?xml version="1.0" encoding="utf-8"?>
<?mso-contentType ?>
<SharedContentType xmlns="Microsoft.SharePoint.Taxonomy.ContentTypeSync" SourceId="c097f1e6-5941-48e7-ac45-8c5509127d4f" ContentTypeId="0x01010014768F94803F42BEA62C5B7969543DC7" PreviousValue="false"/>
</file>

<file path=customXml/item8.xml><?xml version="1.0" encoding="utf-8"?>
<TemplafySlideFormConfiguration><![CDATA[{"formFields":[{"distinct":false,"hideIfNoUserInteractionRequired":false,"required":false,"defaultValue":"{{UserProfile.Language.Name}}","autoSelectFirstOption":false,"helpTexts":{},"spacing":{},"shareValue":false,"type":"dropDown","dataSourceName":"Language","dataSourceFieldName":"Name","name":"DocLang","label":"Document Language"}],"formDataEntries":[]}]]></TemplafySlideFormConfiguration>
</file>

<file path=customXml/item9.xml><?xml version="1.0" encoding="utf-8"?>
<TemplafySlideTemplateConfiguration><![CDATA[{"slideVersion":1,"isValidatorEnabled":false,"isLocked":false,"elementsMetadata":[{"type":"shape","elementConfiguration":{"inheritDimensions":"{{InheritDimensions.InheritWidth}}","width":"","height":"","image":"{{Form.DocLang.Logo_stacked_colour.Image}}","visibility":"","type":"image","disableUpdates":false}}],"slideId":"872437076289650688","enableDocumentContentUpdater":false,"version":"2.0"}]]></TemplafySlideTemplateConfiguration>
</file>

<file path=customXml/item10.xml><?xml version="1.0" encoding="utf-8"?>
<TemplafySlideTemplateConfiguration><![CDATA[{"slideVersion":1,"isValidatorEnabled":false,"isLocked":false,"elementsMetadata":[],"slideId":"872437076289650689","enableDocumentContentUpdater":false,"version":"2.0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583062410043406","enableDocumentContentUpdater":true,"version":"1.10"}]]></TemplafySlideTemplate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583062410043406","enableDocumentContentUpdater":true,"version":"1.10"}]]></TemplafySlideTemplateConfiguration>
</file>

<file path=customXml/item1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78C4199D-B32C-43FE-8FA0-D74E0A2A7557}">
  <ds:schemaRefs>
    <ds:schemaRef ds:uri="ecec8ee7-b3c7-4679-b857-7de51bbbdd74"/>
    <ds:schemaRef ds:uri="http://purl.org/dc/elements/1.1/"/>
    <ds:schemaRef ds:uri="fa473315-44a4-4518-8a4f-31f7017f3642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97a2c079-d1fd-410b-b0f0-ee08b7165110"/>
    <ds:schemaRef ds:uri="http://www.w3.org/XML/1998/namespace"/>
    <ds:schemaRef ds:uri="http://schemas.openxmlformats.org/package/2006/metadata/core-properties"/>
    <ds:schemaRef ds:uri="http://schemas.microsoft.com/sharepoint/v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5CC00E5-0E29-472D-A362-2B448A7C6B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67200E-D1D8-4965-855E-9803E6657062}">
  <ds:schemaRefs/>
</ds:datastoreItem>
</file>

<file path=customXml/itemProps4.xml><?xml version="1.0" encoding="utf-8"?>
<ds:datastoreItem xmlns:ds="http://schemas.openxmlformats.org/officeDocument/2006/customXml" ds:itemID="{B4FBF474-48A0-4BD9-9DDD-AE1E556C31BD}">
  <ds:schemaRefs>
    <ds:schemaRef ds:uri="http://schemas.microsoft.com/sharepoint/events"/>
  </ds:schemaRefs>
</ds:datastoreItem>
</file>

<file path=customXml/itemProps5.xml><?xml version="1.0" encoding="utf-8"?>
<ds:datastoreItem xmlns:ds="http://schemas.openxmlformats.org/officeDocument/2006/customXml" ds:itemID="{24B83C46-1F1A-4859-B726-FAA3C0298E1C}">
  <ds:schemaRefs/>
</ds:datastoreItem>
</file>

<file path=customXml/itemProps6.xml><?xml version="1.0" encoding="utf-8"?>
<ds:datastoreItem xmlns:ds="http://schemas.openxmlformats.org/officeDocument/2006/customXml" ds:itemID="{B0978610-35DD-4042-8FE9-C09D61E42CA8}">
  <ds:schemaRefs>
    <ds:schemaRef ds:uri="97a2c079-d1fd-410b-b0f0-ee08b7165110"/>
    <ds:schemaRef ds:uri="ecec8ee7-b3c7-4679-b857-7de51bbbdd74"/>
    <ds:schemaRef ds:uri="fa473315-44a4-4518-8a4f-31f7017f364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7.xml><?xml version="1.0" encoding="utf-8"?>
<ds:datastoreItem xmlns:ds="http://schemas.openxmlformats.org/officeDocument/2006/customXml" ds:itemID="{08CCF1C9-A53F-47D1-A6E6-E21F7EDDE224}">
  <ds:schemaRefs>
    <ds:schemaRef ds:uri="Microsoft.SharePoint.Taxonomy.ContentTypeSync"/>
  </ds:schemaRefs>
</ds:datastoreItem>
</file>

<file path=customXml/itemProps8.xml><?xml version="1.0" encoding="utf-8"?>
<ds:datastoreItem xmlns:ds="http://schemas.openxmlformats.org/officeDocument/2006/customXml" ds:itemID="{766C343B-ADC4-41D4-B351-AA32B141BF61}">
  <ds:schemaRefs/>
</ds:datastoreItem>
</file>

<file path=customXml/itemProps9.xml><?xml version="1.0" encoding="utf-8"?>
<ds:datastoreItem xmlns:ds="http://schemas.openxmlformats.org/officeDocument/2006/customXml" ds:itemID="{0EEEE6A1-4836-40E5-B8E2-5BFC00138B97}">
  <ds:schemaRefs/>
</ds:datastoreItem>
</file>

<file path=customXml/itemProps10.xml><?xml version="1.0" encoding="utf-8"?>
<ds:datastoreItem xmlns:ds="http://schemas.openxmlformats.org/officeDocument/2006/customXml" ds:itemID="{C6AF2499-1C28-40E6-9B1A-828B9EE3B451}">
  <ds:schemaRefs/>
</ds:datastoreItem>
</file>

<file path=customXml/itemProps11.xml><?xml version="1.0" encoding="utf-8"?>
<ds:datastoreItem xmlns:ds="http://schemas.openxmlformats.org/officeDocument/2006/customXml" ds:itemID="{971C1AF4-BB47-4218-BBD1-C905BB2F0B52}">
  <ds:schemaRefs/>
</ds:datastoreItem>
</file>

<file path=customXml/itemProps12.xml><?xml version="1.0" encoding="utf-8"?>
<ds:datastoreItem xmlns:ds="http://schemas.openxmlformats.org/officeDocument/2006/customXml" ds:itemID="{9DD5DA6F-37EC-4303-94E7-CEB89028ED7F}">
  <ds:schemaRefs/>
</ds:datastoreItem>
</file>

<file path=customXml/itemProps13.xml><?xml version="1.0" encoding="utf-8"?>
<ds:datastoreItem xmlns:ds="http://schemas.openxmlformats.org/officeDocument/2006/customXml" ds:itemID="{9C9A752C-E6C9-4C94-971E-84800D4F5CD0}">
  <ds:schemaRefs/>
</ds:datastoreItem>
</file>

<file path=customXml/itemProps14.xml><?xml version="1.0" encoding="utf-8"?>
<ds:datastoreItem xmlns:ds="http://schemas.openxmlformats.org/officeDocument/2006/customXml" ds:itemID="{B9860858-0D03-43AF-B20E-5ABFA0258974}">
  <ds:schemaRefs/>
</ds:datastoreItem>
</file>

<file path=customXml/itemProps15.xml><?xml version="1.0" encoding="utf-8"?>
<ds:datastoreItem xmlns:ds="http://schemas.openxmlformats.org/officeDocument/2006/customXml" ds:itemID="{BB8CECDC-53D9-4110-B83E-7F544B962177}">
  <ds:schemaRefs/>
</ds:datastoreItem>
</file>

<file path=docMetadata/LabelInfo.xml><?xml version="1.0" encoding="utf-8"?>
<clbl:labelList xmlns:clbl="http://schemas.microsoft.com/office/2020/mipLabelMetadata">
  <clbl:label id="{7445afc7-8147-48fd-9212-af8008ee1f68}" enabled="1" method="Standard" siteId="{77920909-8782-4efb-aaf1-44ac114d7c0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1565</Words>
  <Application>Microsoft Office PowerPoint</Application>
  <PresentationFormat>Widescreen</PresentationFormat>
  <Paragraphs>234</Paragraphs>
  <Slides>15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Calibri</vt:lpstr>
      <vt:lpstr>Georgia</vt:lpstr>
      <vt:lpstr>Wingdings</vt:lpstr>
      <vt:lpstr>Office Theme</vt:lpstr>
      <vt:lpstr>think-cell Slide</vt:lpstr>
      <vt:lpstr>Introduction to TB NPOC Early Adopter Initiative</vt:lpstr>
      <vt:lpstr>Agenda</vt:lpstr>
      <vt:lpstr>Catalyzing Change: How to offer those 52% not getting WRDs a molecular diagnosis? </vt:lpstr>
      <vt:lpstr>WHO Target Product Profile for TB NPOC diagnostics </vt:lpstr>
      <vt:lpstr>The Pipeline</vt:lpstr>
      <vt:lpstr>First in-class, Pluslife MiniDock MTB test with ERP-D approval for Sputum as sample</vt:lpstr>
      <vt:lpstr>Understanding the MiniDock MTB test</vt:lpstr>
      <vt:lpstr>NPOC is not just a tool-it’s a new approach</vt:lpstr>
      <vt:lpstr>Where can NPOCs add the Most Value?</vt:lpstr>
      <vt:lpstr>Critical Data needs for TB Program Planning</vt:lpstr>
      <vt:lpstr>Global Fund’s Next Generation Market Shaping SI: Support improved access to quality TB diagnostics</vt:lpstr>
      <vt:lpstr>About the NPOC Early Adopter Initiative </vt:lpstr>
      <vt:lpstr>Global Fund support for early adopters</vt:lpstr>
      <vt:lpstr>What are the next steps?</vt:lpstr>
      <vt:lpstr>PowerPoint Presentation</vt:lpstr>
    </vt:vector>
  </TitlesOfParts>
  <Company>Mediasterling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 Global Fund</dc:creator>
  <cp:lastModifiedBy>Enos Masini</cp:lastModifiedBy>
  <cp:revision>24</cp:revision>
  <cp:lastPrinted>2025-09-23T07:12:56Z</cp:lastPrinted>
  <dcterms:created xsi:type="dcterms:W3CDTF">2024-05-30T11:35:57Z</dcterms:created>
  <dcterms:modified xsi:type="dcterms:W3CDTF">2025-09-27T17:19:47Z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 Version">
    <vt:lpwstr>1.0.2</vt:lpwstr>
  </property>
  <property fmtid="{D5CDD505-2E9C-101B-9397-08002B2CF9AE}" pid="3" name="ContentTypeId">
    <vt:lpwstr>0x01010014768F94803F42BEA62C5B7969543DC7003026E8EE7CF98846B3D905D4D457335F</vt:lpwstr>
  </property>
  <property fmtid="{D5CDD505-2E9C-101B-9397-08002B2CF9AE}" pid="4" name="MediaServiceImageTags">
    <vt:lpwstr/>
  </property>
  <property fmtid="{D5CDD505-2E9C-101B-9397-08002B2CF9AE}" pid="5" name="TemplafyTimeStamp">
    <vt:lpwstr>2024-03-21T12:30:43</vt:lpwstr>
  </property>
  <property fmtid="{D5CDD505-2E9C-101B-9397-08002B2CF9AE}" pid="6" name="TemplafyTenantId">
    <vt:lpwstr>theglobalfund</vt:lpwstr>
  </property>
  <property fmtid="{D5CDD505-2E9C-101B-9397-08002B2CF9AE}" pid="7" name="TemplafyTemplateId">
    <vt:lpwstr>872437059049753892</vt:lpwstr>
  </property>
  <property fmtid="{D5CDD505-2E9C-101B-9397-08002B2CF9AE}" pid="8" name="TemplafyUserProfileId">
    <vt:lpwstr>709319844713464578</vt:lpwstr>
  </property>
  <property fmtid="{D5CDD505-2E9C-101B-9397-08002B2CF9AE}" pid="9" name="TemplafyFromBlank">
    <vt:bool>true</vt:bool>
  </property>
  <property fmtid="{D5CDD505-2E9C-101B-9397-08002B2CF9AE}" pid="10" name="_dlc_DocIdItemGuid">
    <vt:lpwstr>8957c291-1de6-410e-bc39-1d1f19d8d373</vt:lpwstr>
  </property>
</Properties>
</file>